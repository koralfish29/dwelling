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4" r:id="rId5"/>
    <p:sldId id="260" r:id="rId6"/>
    <p:sldId id="266" r:id="rId7"/>
    <p:sldId id="261" r:id="rId8"/>
    <p:sldId id="262" r:id="rId9"/>
  </p:sldIdLst>
  <p:sldSz cx="18288000" cy="10287000"/>
  <p:notesSz cx="6858000" cy="9144000"/>
  <p:embeddedFontLst>
    <p:embeddedFont>
      <p:font typeface="Garet" panose="020B0604020202020204" charset="0"/>
      <p:regular r:id="rId11"/>
    </p:embeddedFont>
    <p:embeddedFont>
      <p:font typeface="Garet Italics" panose="020B0604020202020204" charset="0"/>
      <p:regular r:id="rId12"/>
      <p:italic r:id="rId13"/>
    </p:embeddedFont>
    <p:embeddedFont>
      <p:font typeface="Glacial Indifference Bold" panose="020B0604020202020204" charset="0"/>
      <p:regular r:id="rId14"/>
      <p:bold r:id="rId15"/>
    </p:embeddedFont>
    <p:embeddedFont>
      <p:font typeface="Open Sans" panose="020B0604020202020204" charset="0"/>
      <p:regular r:id="rId16"/>
      <p:bold r:id="rId17"/>
      <p:italic r:id="rId18"/>
      <p:boldItalic r:id="rId19"/>
    </p:embeddedFont>
    <p:embeddedFont>
      <p:font typeface="Open Sans Bold" panose="020B060402020202020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3F0B"/>
    <a:srgbClr val="DA6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6D160-E049-8C64-610F-030D6A907812}" v="297" dt="2025-10-29T01:37:03.473"/>
    <p1510:client id="{1D6B5A18-E42B-9D4F-809F-123237908988}" v="371" dt="2025-10-29T00:49:14.632"/>
    <p1510:client id="{4BA494F5-1F6B-5C44-B94B-0803DFFD3156}" v="2691" dt="2025-10-29T01:08:06.737"/>
    <p1510:client id="{79FB2AF3-3831-779E-D49E-5ED5AE9CE330}" v="21" dt="2025-10-28T22:50:02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ale Arachchige Don, Archie" userId="S::abk844@eid.utexas.edu::4b0a5e3e-54c7-4488-8713-2c9592e57695" providerId="AD" clId="Web-{79FB2AF3-3831-779E-D49E-5ED5AE9CE330}"/>
    <pc:docChg chg="modSld">
      <pc:chgData name="Korale Arachchige Don, Archie" userId="S::abk844@eid.utexas.edu::4b0a5e3e-54c7-4488-8713-2c9592e57695" providerId="AD" clId="Web-{79FB2AF3-3831-779E-D49E-5ED5AE9CE330}" dt="2025-10-28T22:50:02.950" v="18" actId="20577"/>
      <pc:docMkLst>
        <pc:docMk/>
      </pc:docMkLst>
      <pc:sldChg chg="modSp">
        <pc:chgData name="Korale Arachchige Don, Archie" userId="S::abk844@eid.utexas.edu::4b0a5e3e-54c7-4488-8713-2c9592e57695" providerId="AD" clId="Web-{79FB2AF3-3831-779E-D49E-5ED5AE9CE330}" dt="2025-10-28T22:50:02.950" v="18" actId="20577"/>
        <pc:sldMkLst>
          <pc:docMk/>
          <pc:sldMk cId="1646962413" sldId="264"/>
        </pc:sldMkLst>
        <pc:spChg chg="mod">
          <ac:chgData name="Korale Arachchige Don, Archie" userId="S::abk844@eid.utexas.edu::4b0a5e3e-54c7-4488-8713-2c9592e57695" providerId="AD" clId="Web-{79FB2AF3-3831-779E-D49E-5ED5AE9CE330}" dt="2025-10-28T22:50:02.950" v="18" actId="20577"/>
          <ac:spMkLst>
            <pc:docMk/>
            <pc:sldMk cId="1646962413" sldId="264"/>
            <ac:spMk id="31" creationId="{B4D83CBF-F42F-6111-4DF4-D89AE4D54ED6}"/>
          </ac:spMkLst>
        </pc:spChg>
      </pc:sldChg>
    </pc:docChg>
  </pc:docChgLst>
  <pc:docChgLst>
    <pc:chgData name="Feen, Jack A" userId="a808191b-1b59-4c46-9f0e-5bf60c708a62" providerId="ADAL" clId="{1D6B5A18-E42B-9D4F-809F-123237908988}"/>
    <pc:docChg chg="undo custSel modSld">
      <pc:chgData name="Feen, Jack A" userId="a808191b-1b59-4c46-9f0e-5bf60c708a62" providerId="ADAL" clId="{1D6B5A18-E42B-9D4F-809F-123237908988}" dt="2025-10-29T00:49:14.632" v="373" actId="1076"/>
      <pc:docMkLst>
        <pc:docMk/>
      </pc:docMkLst>
      <pc:sldChg chg="modSp mod modNotesTx">
        <pc:chgData name="Feen, Jack A" userId="a808191b-1b59-4c46-9f0e-5bf60c708a62" providerId="ADAL" clId="{1D6B5A18-E42B-9D4F-809F-123237908988}" dt="2025-10-28T17:28:06.064" v="213"/>
        <pc:sldMkLst>
          <pc:docMk/>
          <pc:sldMk cId="0" sldId="259"/>
        </pc:sldMkLst>
        <pc:spChg chg="mod">
          <ac:chgData name="Feen, Jack A" userId="a808191b-1b59-4c46-9f0e-5bf60c708a62" providerId="ADAL" clId="{1D6B5A18-E42B-9D4F-809F-123237908988}" dt="2025-10-28T17:22:38.715" v="42" actId="1076"/>
          <ac:spMkLst>
            <pc:docMk/>
            <pc:sldMk cId="0" sldId="259"/>
            <ac:spMk id="18" creationId="{00000000-0000-0000-0000-000000000000}"/>
          </ac:spMkLst>
        </pc:spChg>
      </pc:sldChg>
      <pc:sldChg chg="addSp delSp modSp mod modNotesTx">
        <pc:chgData name="Feen, Jack A" userId="a808191b-1b59-4c46-9f0e-5bf60c708a62" providerId="ADAL" clId="{1D6B5A18-E42B-9D4F-809F-123237908988}" dt="2025-10-28T21:19:51.304" v="336" actId="1076"/>
        <pc:sldMkLst>
          <pc:docMk/>
          <pc:sldMk cId="3972222405" sldId="260"/>
        </pc:sldMkLst>
        <pc:spChg chg="add del mod">
          <ac:chgData name="Feen, Jack A" userId="a808191b-1b59-4c46-9f0e-5bf60c708a62" providerId="ADAL" clId="{1D6B5A18-E42B-9D4F-809F-123237908988}" dt="2025-10-28T21:10:06.331" v="227"/>
          <ac:spMkLst>
            <pc:docMk/>
            <pc:sldMk cId="3972222405" sldId="260"/>
            <ac:spMk id="19" creationId="{A4E560D4-83EA-2A15-3932-6A9C7001225B}"/>
          </ac:spMkLst>
        </pc:spChg>
        <pc:spChg chg="add mod">
          <ac:chgData name="Feen, Jack A" userId="a808191b-1b59-4c46-9f0e-5bf60c708a62" providerId="ADAL" clId="{1D6B5A18-E42B-9D4F-809F-123237908988}" dt="2025-10-28T21:19:18.906" v="328" actId="1076"/>
          <ac:spMkLst>
            <pc:docMk/>
            <pc:sldMk cId="3972222405" sldId="260"/>
            <ac:spMk id="23" creationId="{16FD5CF0-B6FF-1EE1-842A-38CFBF3A93FE}"/>
          </ac:spMkLst>
        </pc:spChg>
        <pc:spChg chg="del">
          <ac:chgData name="Feen, Jack A" userId="a808191b-1b59-4c46-9f0e-5bf60c708a62" providerId="ADAL" clId="{1D6B5A18-E42B-9D4F-809F-123237908988}" dt="2025-10-28T21:08:51.518" v="219" actId="478"/>
          <ac:spMkLst>
            <pc:docMk/>
            <pc:sldMk cId="3972222405" sldId="260"/>
            <ac:spMk id="30" creationId="{DC5EB69C-E834-33EF-9E30-A087B51800E2}"/>
          </ac:spMkLst>
        </pc:spChg>
        <pc:spChg chg="mod">
          <ac:chgData name="Feen, Jack A" userId="a808191b-1b59-4c46-9f0e-5bf60c708a62" providerId="ADAL" clId="{1D6B5A18-E42B-9D4F-809F-123237908988}" dt="2025-10-28T17:33:13.704" v="214" actId="1076"/>
          <ac:spMkLst>
            <pc:docMk/>
            <pc:sldMk cId="3972222405" sldId="260"/>
            <ac:spMk id="51" creationId="{42473DE3-512E-FC49-5485-7726BE253B19}"/>
          </ac:spMkLst>
        </pc:spChg>
        <pc:spChg chg="mod">
          <ac:chgData name="Feen, Jack A" userId="a808191b-1b59-4c46-9f0e-5bf60c708a62" providerId="ADAL" clId="{1D6B5A18-E42B-9D4F-809F-123237908988}" dt="2025-10-28T16:28:30.231" v="41" actId="1076"/>
          <ac:spMkLst>
            <pc:docMk/>
            <pc:sldMk cId="3972222405" sldId="260"/>
            <ac:spMk id="75" creationId="{F3396D13-B98C-7BA9-B0ED-CDA0D8A49577}"/>
          </ac:spMkLst>
        </pc:spChg>
        <pc:spChg chg="mod">
          <ac:chgData name="Feen, Jack A" userId="a808191b-1b59-4c46-9f0e-5bf60c708a62" providerId="ADAL" clId="{1D6B5A18-E42B-9D4F-809F-123237908988}" dt="2025-10-28T21:11:39.201" v="271" actId="20577"/>
          <ac:spMkLst>
            <pc:docMk/>
            <pc:sldMk cId="3972222405" sldId="260"/>
            <ac:spMk id="78" creationId="{9CF91DDC-3901-2E00-7BA2-164E584B4980}"/>
          </ac:spMkLst>
        </pc:spChg>
        <pc:spChg chg="mod">
          <ac:chgData name="Feen, Jack A" userId="a808191b-1b59-4c46-9f0e-5bf60c708a62" providerId="ADAL" clId="{1D6B5A18-E42B-9D4F-809F-123237908988}" dt="2025-10-28T17:35:00.270" v="216" actId="20577"/>
          <ac:spMkLst>
            <pc:docMk/>
            <pc:sldMk cId="3972222405" sldId="260"/>
            <ac:spMk id="79" creationId="{AB32DEB9-C8A2-325E-7EDA-D97CBD0B8BDD}"/>
          </ac:spMkLst>
        </pc:spChg>
        <pc:spChg chg="mod">
          <ac:chgData name="Feen, Jack A" userId="a808191b-1b59-4c46-9f0e-5bf60c708a62" providerId="ADAL" clId="{1D6B5A18-E42B-9D4F-809F-123237908988}" dt="2025-10-28T17:35:02.175" v="218" actId="20577"/>
          <ac:spMkLst>
            <pc:docMk/>
            <pc:sldMk cId="3972222405" sldId="260"/>
            <ac:spMk id="80" creationId="{9210B92B-95A9-334F-7AA4-3E419D153F10}"/>
          </ac:spMkLst>
        </pc:spChg>
        <pc:spChg chg="mod">
          <ac:chgData name="Feen, Jack A" userId="a808191b-1b59-4c46-9f0e-5bf60c708a62" providerId="ADAL" clId="{1D6B5A18-E42B-9D4F-809F-123237908988}" dt="2025-10-28T21:10:18.169" v="228" actId="1076"/>
          <ac:spMkLst>
            <pc:docMk/>
            <pc:sldMk cId="3972222405" sldId="260"/>
            <ac:spMk id="89" creationId="{BCB9BC27-81DD-C284-3496-740E69F72EAA}"/>
          </ac:spMkLst>
        </pc:spChg>
        <pc:spChg chg="mod">
          <ac:chgData name="Feen, Jack A" userId="a808191b-1b59-4c46-9f0e-5bf60c708a62" providerId="ADAL" clId="{1D6B5A18-E42B-9D4F-809F-123237908988}" dt="2025-10-28T21:10:18.169" v="228" actId="1076"/>
          <ac:spMkLst>
            <pc:docMk/>
            <pc:sldMk cId="3972222405" sldId="260"/>
            <ac:spMk id="99" creationId="{C9C5D13E-7217-AA87-034C-3C45D6C45735}"/>
          </ac:spMkLst>
        </pc:spChg>
        <pc:spChg chg="mod">
          <ac:chgData name="Feen, Jack A" userId="a808191b-1b59-4c46-9f0e-5bf60c708a62" providerId="ADAL" clId="{1D6B5A18-E42B-9D4F-809F-123237908988}" dt="2025-10-28T21:10:18.169" v="228" actId="1076"/>
          <ac:spMkLst>
            <pc:docMk/>
            <pc:sldMk cId="3972222405" sldId="260"/>
            <ac:spMk id="101" creationId="{8841F2F1-476D-B665-F472-444A3D1A64E9}"/>
          </ac:spMkLst>
        </pc:spChg>
        <pc:spChg chg="mod">
          <ac:chgData name="Feen, Jack A" userId="a808191b-1b59-4c46-9f0e-5bf60c708a62" providerId="ADAL" clId="{1D6B5A18-E42B-9D4F-809F-123237908988}" dt="2025-10-28T21:10:18.169" v="228" actId="1076"/>
          <ac:spMkLst>
            <pc:docMk/>
            <pc:sldMk cId="3972222405" sldId="260"/>
            <ac:spMk id="102" creationId="{11308A5D-9C76-502A-154E-7F7F91C535F7}"/>
          </ac:spMkLst>
        </pc:spChg>
        <pc:cxnChg chg="add mod">
          <ac:chgData name="Feen, Jack A" userId="a808191b-1b59-4c46-9f0e-5bf60c708a62" providerId="ADAL" clId="{1D6B5A18-E42B-9D4F-809F-123237908988}" dt="2025-10-28T21:11:21.328" v="232" actId="14100"/>
          <ac:cxnSpMkLst>
            <pc:docMk/>
            <pc:sldMk cId="3972222405" sldId="260"/>
            <ac:cxnSpMk id="20" creationId="{AE630179-D8B4-AE8E-158A-C9FBA23092CD}"/>
          </ac:cxnSpMkLst>
        </pc:cxnChg>
        <pc:cxnChg chg="add del mod">
          <ac:chgData name="Feen, Jack A" userId="a808191b-1b59-4c46-9f0e-5bf60c708a62" providerId="ADAL" clId="{1D6B5A18-E42B-9D4F-809F-123237908988}" dt="2025-10-28T21:19:02.605" v="323" actId="478"/>
          <ac:cxnSpMkLst>
            <pc:docMk/>
            <pc:sldMk cId="3972222405" sldId="260"/>
            <ac:cxnSpMk id="24" creationId="{E1F44C13-CF73-702B-DEAA-1A037BD4DD5A}"/>
          </ac:cxnSpMkLst>
        </pc:cxnChg>
        <pc:cxnChg chg="del mod">
          <ac:chgData name="Feen, Jack A" userId="a808191b-1b59-4c46-9f0e-5bf60c708a62" providerId="ADAL" clId="{1D6B5A18-E42B-9D4F-809F-123237908988}" dt="2025-10-28T21:08:54.042" v="221" actId="478"/>
          <ac:cxnSpMkLst>
            <pc:docMk/>
            <pc:sldMk cId="3972222405" sldId="260"/>
            <ac:cxnSpMk id="37" creationId="{D9DBC165-BDC8-A52B-A0F8-3C42155502E1}"/>
          </ac:cxnSpMkLst>
        </pc:cxnChg>
        <pc:cxnChg chg="mod">
          <ac:chgData name="Feen, Jack A" userId="a808191b-1b59-4c46-9f0e-5bf60c708a62" providerId="ADAL" clId="{1D6B5A18-E42B-9D4F-809F-123237908988}" dt="2025-10-28T21:09:16.147" v="222" actId="14100"/>
          <ac:cxnSpMkLst>
            <pc:docMk/>
            <pc:sldMk cId="3972222405" sldId="260"/>
            <ac:cxnSpMk id="39" creationId="{6BC82F79-7027-AB28-EB43-A50AC88C5199}"/>
          </ac:cxnSpMkLst>
        </pc:cxnChg>
        <pc:cxnChg chg="del mod">
          <ac:chgData name="Feen, Jack A" userId="a808191b-1b59-4c46-9f0e-5bf60c708a62" providerId="ADAL" clId="{1D6B5A18-E42B-9D4F-809F-123237908988}" dt="2025-10-28T21:08:53.231" v="220" actId="478"/>
          <ac:cxnSpMkLst>
            <pc:docMk/>
            <pc:sldMk cId="3972222405" sldId="260"/>
            <ac:cxnSpMk id="41" creationId="{DF47D0EC-E8B4-57ED-EB87-E21E652DB833}"/>
          </ac:cxnSpMkLst>
        </pc:cxnChg>
        <pc:cxnChg chg="add mod">
          <ac:chgData name="Feen, Jack A" userId="a808191b-1b59-4c46-9f0e-5bf60c708a62" providerId="ADAL" clId="{1D6B5A18-E42B-9D4F-809F-123237908988}" dt="2025-10-28T21:19:51.304" v="336" actId="1076"/>
          <ac:cxnSpMkLst>
            <pc:docMk/>
            <pc:sldMk cId="3972222405" sldId="260"/>
            <ac:cxnSpMk id="43" creationId="{A8BFDBCB-6773-A873-8CE6-5571EA086518}"/>
          </ac:cxnSpMkLst>
        </pc:cxnChg>
      </pc:sldChg>
      <pc:sldChg chg="addSp delSp modSp mod">
        <pc:chgData name="Feen, Jack A" userId="a808191b-1b59-4c46-9f0e-5bf60c708a62" providerId="ADAL" clId="{1D6B5A18-E42B-9D4F-809F-123237908988}" dt="2025-10-29T00:49:14.632" v="373" actId="1076"/>
        <pc:sldMkLst>
          <pc:docMk/>
          <pc:sldMk cId="2397379287" sldId="262"/>
        </pc:sldMkLst>
        <pc:spChg chg="mod">
          <ac:chgData name="Feen, Jack A" userId="a808191b-1b59-4c46-9f0e-5bf60c708a62" providerId="ADAL" clId="{1D6B5A18-E42B-9D4F-809F-123237908988}" dt="2025-10-29T00:48:46.197" v="356" actId="20577"/>
          <ac:spMkLst>
            <pc:docMk/>
            <pc:sldMk cId="2397379287" sldId="262"/>
            <ac:spMk id="12" creationId="{2858B026-5B4C-D1F2-DE09-EAA42889A7EE}"/>
          </ac:spMkLst>
        </pc:spChg>
        <pc:spChg chg="add del mod">
          <ac:chgData name="Feen, Jack A" userId="a808191b-1b59-4c46-9f0e-5bf60c708a62" providerId="ADAL" clId="{1D6B5A18-E42B-9D4F-809F-123237908988}" dt="2025-10-28T05:54:30.887" v="4"/>
          <ac:spMkLst>
            <pc:docMk/>
            <pc:sldMk cId="2397379287" sldId="262"/>
            <ac:spMk id="14" creationId="{1771908C-6D54-D7D4-D29C-6F2724EEC63D}"/>
          </ac:spMkLst>
        </pc:spChg>
        <pc:spChg chg="add mod">
          <ac:chgData name="Feen, Jack A" userId="a808191b-1b59-4c46-9f0e-5bf60c708a62" providerId="ADAL" clId="{1D6B5A18-E42B-9D4F-809F-123237908988}" dt="2025-10-29T00:49:14.632" v="373" actId="1076"/>
          <ac:spMkLst>
            <pc:docMk/>
            <pc:sldMk cId="2397379287" sldId="262"/>
            <ac:spMk id="15" creationId="{4B19A510-D850-4D25-B6CF-EFB1F143A281}"/>
          </ac:spMkLst>
        </pc:spChg>
        <pc:spChg chg="add del mod">
          <ac:chgData name="Feen, Jack A" userId="a808191b-1b59-4c46-9f0e-5bf60c708a62" providerId="ADAL" clId="{1D6B5A18-E42B-9D4F-809F-123237908988}" dt="2025-10-29T00:48:58.267" v="371"/>
          <ac:spMkLst>
            <pc:docMk/>
            <pc:sldMk cId="2397379287" sldId="262"/>
            <ac:spMk id="16" creationId="{E6C3D307-0AA9-9A8C-B42C-0910CF4C6B8D}"/>
          </ac:spMkLst>
        </pc:spChg>
      </pc:sldChg>
      <pc:sldChg chg="modNotesTx">
        <pc:chgData name="Feen, Jack A" userId="a808191b-1b59-4c46-9f0e-5bf60c708a62" providerId="ADAL" clId="{1D6B5A18-E42B-9D4F-809F-123237908988}" dt="2025-10-28T17:26:16.242" v="183" actId="20577"/>
        <pc:sldMkLst>
          <pc:docMk/>
          <pc:sldMk cId="1646962413" sldId="264"/>
        </pc:sldMkLst>
      </pc:sldChg>
    </pc:docChg>
  </pc:docChgLst>
  <pc:docChgLst>
    <pc:chgData name="Hui, Humphrey Hin Ching" userId="9a5f6a76-c9de-4fca-8c32-bace47f6e309" providerId="ADAL" clId="{3FE0BAD6-3909-5B71-81A6-EB3B535F1CA1}"/>
    <pc:docChg chg="undo custSel addSld delSld modSld sldOrd">
      <pc:chgData name="Hui, Humphrey Hin Ching" userId="9a5f6a76-c9de-4fca-8c32-bace47f6e309" providerId="ADAL" clId="{3FE0BAD6-3909-5B71-81A6-EB3B535F1CA1}" dt="2025-10-29T01:08:06.737" v="2772" actId="20577"/>
      <pc:docMkLst>
        <pc:docMk/>
      </pc:docMkLst>
      <pc:sldChg chg="modSp mod">
        <pc:chgData name="Hui, Humphrey Hin Ching" userId="9a5f6a76-c9de-4fca-8c32-bace47f6e309" providerId="ADAL" clId="{3FE0BAD6-3909-5B71-81A6-EB3B535F1CA1}" dt="2025-10-28T15:53:15.758" v="110" actId="108"/>
        <pc:sldMkLst>
          <pc:docMk/>
          <pc:sldMk cId="0" sldId="257"/>
        </pc:sldMkLst>
        <pc:spChg chg="mod">
          <ac:chgData name="Hui, Humphrey Hin Ching" userId="9a5f6a76-c9de-4fca-8c32-bace47f6e309" providerId="ADAL" clId="{3FE0BAD6-3909-5B71-81A6-EB3B535F1CA1}" dt="2025-10-28T15:53:15.758" v="110" actId="108"/>
          <ac:spMkLst>
            <pc:docMk/>
            <pc:sldMk cId="0" sldId="257"/>
            <ac:spMk id="29" creationId="{00000000-0000-0000-0000-000000000000}"/>
          </ac:spMkLst>
        </pc:spChg>
      </pc:sldChg>
      <pc:sldChg chg="addSp delSp modSp mod">
        <pc:chgData name="Hui, Humphrey Hin Ching" userId="9a5f6a76-c9de-4fca-8c32-bace47f6e309" providerId="ADAL" clId="{3FE0BAD6-3909-5B71-81A6-EB3B535F1CA1}" dt="2025-10-28T16:09:48.369" v="125" actId="20577"/>
        <pc:sldMkLst>
          <pc:docMk/>
          <pc:sldMk cId="0" sldId="259"/>
        </pc:sldMkLst>
        <pc:spChg chg="mod">
          <ac:chgData name="Hui, Humphrey Hin Ching" userId="9a5f6a76-c9de-4fca-8c32-bace47f6e309" providerId="ADAL" clId="{3FE0BAD6-3909-5B71-81A6-EB3B535F1CA1}" dt="2025-10-28T16:09:48.369" v="125" actId="20577"/>
          <ac:spMkLst>
            <pc:docMk/>
            <pc:sldMk cId="0" sldId="259"/>
            <ac:spMk id="55" creationId="{E2AD765F-486A-FD23-5184-B53C8C06DEA0}"/>
          </ac:spMkLst>
        </pc:spChg>
        <pc:spChg chg="mod">
          <ac:chgData name="Hui, Humphrey Hin Ching" userId="9a5f6a76-c9de-4fca-8c32-bace47f6e309" providerId="ADAL" clId="{3FE0BAD6-3909-5B71-81A6-EB3B535F1CA1}" dt="2025-10-28T16:08:15.262" v="118" actId="1076"/>
          <ac:spMkLst>
            <pc:docMk/>
            <pc:sldMk cId="0" sldId="259"/>
            <ac:spMk id="57" creationId="{CC16F48F-FBC9-1DEA-2EB2-6F2312197C1A}"/>
          </ac:spMkLst>
        </pc:spChg>
        <pc:spChg chg="add mod">
          <ac:chgData name="Hui, Humphrey Hin Ching" userId="9a5f6a76-c9de-4fca-8c32-bace47f6e309" providerId="ADAL" clId="{3FE0BAD6-3909-5B71-81A6-EB3B535F1CA1}" dt="2025-10-28T16:08:14.525" v="116" actId="571"/>
          <ac:spMkLst>
            <pc:docMk/>
            <pc:sldMk cId="0" sldId="259"/>
            <ac:spMk id="87" creationId="{F4104F4A-BB9A-3BE2-4B0C-541DE9D7A4D6}"/>
          </ac:spMkLst>
        </pc:spChg>
        <pc:spChg chg="add mod">
          <ac:chgData name="Hui, Humphrey Hin Ching" userId="9a5f6a76-c9de-4fca-8c32-bace47f6e309" providerId="ADAL" clId="{3FE0BAD6-3909-5B71-81A6-EB3B535F1CA1}" dt="2025-10-28T16:08:14.525" v="116" actId="571"/>
          <ac:spMkLst>
            <pc:docMk/>
            <pc:sldMk cId="0" sldId="259"/>
            <ac:spMk id="88" creationId="{2BCDD231-96F1-F0BC-376B-DF5A8E6CCF4E}"/>
          </ac:spMkLst>
        </pc:spChg>
        <pc:cxnChg chg="add del">
          <ac:chgData name="Hui, Humphrey Hin Ching" userId="9a5f6a76-c9de-4fca-8c32-bace47f6e309" providerId="ADAL" clId="{3FE0BAD6-3909-5B71-81A6-EB3B535F1CA1}" dt="2025-10-28T16:08:28.794" v="120" actId="478"/>
          <ac:cxnSpMkLst>
            <pc:docMk/>
            <pc:sldMk cId="0" sldId="259"/>
            <ac:cxnSpMk id="56" creationId="{3B4F58BB-4286-980A-BEDF-B859CAB6EC82}"/>
          </ac:cxnSpMkLst>
        </pc:cxnChg>
        <pc:cxnChg chg="mod">
          <ac:chgData name="Hui, Humphrey Hin Ching" userId="9a5f6a76-c9de-4fca-8c32-bace47f6e309" providerId="ADAL" clId="{3FE0BAD6-3909-5B71-81A6-EB3B535F1CA1}" dt="2025-10-28T16:08:15.691" v="119" actId="1076"/>
          <ac:cxnSpMkLst>
            <pc:docMk/>
            <pc:sldMk cId="0" sldId="259"/>
            <ac:cxnSpMk id="61" creationId="{88646321-34C5-CE1D-0A72-E7E8139E9F3B}"/>
          </ac:cxnSpMkLst>
        </pc:cxnChg>
        <pc:cxnChg chg="add mod">
          <ac:chgData name="Hui, Humphrey Hin Ching" userId="9a5f6a76-c9de-4fca-8c32-bace47f6e309" providerId="ADAL" clId="{3FE0BAD6-3909-5B71-81A6-EB3B535F1CA1}" dt="2025-10-28T16:08:14.525" v="116" actId="571"/>
          <ac:cxnSpMkLst>
            <pc:docMk/>
            <pc:sldMk cId="0" sldId="259"/>
            <ac:cxnSpMk id="85" creationId="{D3990AFC-EC9E-F92F-4479-F3E685CB09BE}"/>
          </ac:cxnSpMkLst>
        </pc:cxnChg>
        <pc:cxnChg chg="add mod">
          <ac:chgData name="Hui, Humphrey Hin Ching" userId="9a5f6a76-c9de-4fca-8c32-bace47f6e309" providerId="ADAL" clId="{3FE0BAD6-3909-5B71-81A6-EB3B535F1CA1}" dt="2025-10-28T16:08:14.525" v="116" actId="571"/>
          <ac:cxnSpMkLst>
            <pc:docMk/>
            <pc:sldMk cId="0" sldId="259"/>
            <ac:cxnSpMk id="86" creationId="{4556F317-9A62-D5C9-999D-734BB392590B}"/>
          </ac:cxnSpMkLst>
        </pc:cxnChg>
      </pc:sldChg>
      <pc:sldChg chg="addSp delSp modSp mod">
        <pc:chgData name="Hui, Humphrey Hin Ching" userId="9a5f6a76-c9de-4fca-8c32-bace47f6e309" providerId="ADAL" clId="{3FE0BAD6-3909-5B71-81A6-EB3B535F1CA1}" dt="2025-10-28T16:49:20.237" v="423" actId="478"/>
        <pc:sldMkLst>
          <pc:docMk/>
          <pc:sldMk cId="3972222405" sldId="260"/>
        </pc:sldMkLst>
        <pc:spChg chg="mod">
          <ac:chgData name="Hui, Humphrey Hin Ching" userId="9a5f6a76-c9de-4fca-8c32-bace47f6e309" providerId="ADAL" clId="{3FE0BAD6-3909-5B71-81A6-EB3B535F1CA1}" dt="2025-10-28T16:33:36.113" v="207" actId="20577"/>
          <ac:spMkLst>
            <pc:docMk/>
            <pc:sldMk cId="3972222405" sldId="260"/>
            <ac:spMk id="51" creationId="{42473DE3-512E-FC49-5485-7726BE253B19}"/>
          </ac:spMkLst>
        </pc:spChg>
        <pc:spChg chg="mod">
          <ac:chgData name="Hui, Humphrey Hin Ching" userId="9a5f6a76-c9de-4fca-8c32-bace47f6e309" providerId="ADAL" clId="{3FE0BAD6-3909-5B71-81A6-EB3B535F1CA1}" dt="2025-10-28T16:31:47.036" v="173" actId="1038"/>
          <ac:spMkLst>
            <pc:docMk/>
            <pc:sldMk cId="3972222405" sldId="260"/>
            <ac:spMk id="60" creationId="{935DEE0A-9C2E-EEA2-4739-3CB9E3EA9EA4}"/>
          </ac:spMkLst>
        </pc:spChg>
        <pc:spChg chg="mod">
          <ac:chgData name="Hui, Humphrey Hin Ching" userId="9a5f6a76-c9de-4fca-8c32-bace47f6e309" providerId="ADAL" clId="{3FE0BAD6-3909-5B71-81A6-EB3B535F1CA1}" dt="2025-10-28T16:31:50.178" v="174" actId="1035"/>
          <ac:spMkLst>
            <pc:docMk/>
            <pc:sldMk cId="3972222405" sldId="260"/>
            <ac:spMk id="75" creationId="{F3396D13-B98C-7BA9-B0ED-CDA0D8A49577}"/>
          </ac:spMkLst>
        </pc:spChg>
        <pc:spChg chg="mod">
          <ac:chgData name="Hui, Humphrey Hin Ching" userId="9a5f6a76-c9de-4fca-8c32-bace47f6e309" providerId="ADAL" clId="{3FE0BAD6-3909-5B71-81A6-EB3B535F1CA1}" dt="2025-10-28T16:31:00.549" v="163" actId="20577"/>
          <ac:spMkLst>
            <pc:docMk/>
            <pc:sldMk cId="3972222405" sldId="260"/>
            <ac:spMk id="78" creationId="{9CF91DDC-3901-2E00-7BA2-164E584B4980}"/>
          </ac:spMkLst>
        </pc:spChg>
        <pc:spChg chg="mod">
          <ac:chgData name="Hui, Humphrey Hin Ching" userId="9a5f6a76-c9de-4fca-8c32-bace47f6e309" providerId="ADAL" clId="{3FE0BAD6-3909-5B71-81A6-EB3B535F1CA1}" dt="2025-10-28T16:31:57.101" v="175" actId="20577"/>
          <ac:spMkLst>
            <pc:docMk/>
            <pc:sldMk cId="3972222405" sldId="260"/>
            <ac:spMk id="79" creationId="{AB32DEB9-C8A2-325E-7EDA-D97CBD0B8BDD}"/>
          </ac:spMkLst>
        </pc:spChg>
        <pc:spChg chg="mod">
          <ac:chgData name="Hui, Humphrey Hin Ching" userId="9a5f6a76-c9de-4fca-8c32-bace47f6e309" providerId="ADAL" clId="{3FE0BAD6-3909-5B71-81A6-EB3B535F1CA1}" dt="2025-10-28T16:31:02.307" v="165" actId="20577"/>
          <ac:spMkLst>
            <pc:docMk/>
            <pc:sldMk cId="3972222405" sldId="260"/>
            <ac:spMk id="80" creationId="{9210B92B-95A9-334F-7AA4-3E419D153F10}"/>
          </ac:spMkLst>
        </pc:spChg>
        <pc:spChg chg="add mod topLvl">
          <ac:chgData name="Hui, Humphrey Hin Ching" userId="9a5f6a76-c9de-4fca-8c32-bace47f6e309" providerId="ADAL" clId="{3FE0BAD6-3909-5B71-81A6-EB3B535F1CA1}" dt="2025-10-28T16:41:16.279" v="306" actId="465"/>
          <ac:spMkLst>
            <pc:docMk/>
            <pc:sldMk cId="3972222405" sldId="260"/>
            <ac:spMk id="89" creationId="{BCB9BC27-81DD-C284-3496-740E69F72EAA}"/>
          </ac:spMkLst>
        </pc:spChg>
        <pc:spChg chg="add mod">
          <ac:chgData name="Hui, Humphrey Hin Ching" userId="9a5f6a76-c9de-4fca-8c32-bace47f6e309" providerId="ADAL" clId="{3FE0BAD6-3909-5B71-81A6-EB3B535F1CA1}" dt="2025-10-28T16:33:00.175" v="188" actId="1076"/>
          <ac:spMkLst>
            <pc:docMk/>
            <pc:sldMk cId="3972222405" sldId="260"/>
            <ac:spMk id="90" creationId="{BA8365D5-7ADA-9232-0C17-EE535D466D5C}"/>
          </ac:spMkLst>
        </pc:spChg>
        <pc:spChg chg="add mod">
          <ac:chgData name="Hui, Humphrey Hin Ching" userId="9a5f6a76-c9de-4fca-8c32-bace47f6e309" providerId="ADAL" clId="{3FE0BAD6-3909-5B71-81A6-EB3B535F1CA1}" dt="2025-10-28T16:33:07.044" v="189" actId="1076"/>
          <ac:spMkLst>
            <pc:docMk/>
            <pc:sldMk cId="3972222405" sldId="260"/>
            <ac:spMk id="91" creationId="{1ACCD630-397B-6363-2F81-AF8C814FE427}"/>
          </ac:spMkLst>
        </pc:spChg>
        <pc:spChg chg="add del mod">
          <ac:chgData name="Hui, Humphrey Hin Ching" userId="9a5f6a76-c9de-4fca-8c32-bace47f6e309" providerId="ADAL" clId="{3FE0BAD6-3909-5B71-81A6-EB3B535F1CA1}" dt="2025-10-28T16:49:20.237" v="423" actId="478"/>
          <ac:spMkLst>
            <pc:docMk/>
            <pc:sldMk cId="3972222405" sldId="260"/>
            <ac:spMk id="92" creationId="{6E008C98-F375-D474-8262-F1FBB1F63EA1}"/>
          </ac:spMkLst>
        </pc:spChg>
        <pc:spChg chg="add del mod">
          <ac:chgData name="Hui, Humphrey Hin Ching" userId="9a5f6a76-c9de-4fca-8c32-bace47f6e309" providerId="ADAL" clId="{3FE0BAD6-3909-5B71-81A6-EB3B535F1CA1}" dt="2025-10-28T16:33:29.650" v="192" actId="478"/>
          <ac:spMkLst>
            <pc:docMk/>
            <pc:sldMk cId="3972222405" sldId="260"/>
            <ac:spMk id="93" creationId="{4A44C411-04D0-2EC3-388A-B208A939CD18}"/>
          </ac:spMkLst>
        </pc:spChg>
        <pc:spChg chg="add del">
          <ac:chgData name="Hui, Humphrey Hin Ching" userId="9a5f6a76-c9de-4fca-8c32-bace47f6e309" providerId="ADAL" clId="{3FE0BAD6-3909-5B71-81A6-EB3B535F1CA1}" dt="2025-10-28T16:34:32.397" v="210" actId="478"/>
          <ac:spMkLst>
            <pc:docMk/>
            <pc:sldMk cId="3972222405" sldId="260"/>
            <ac:spMk id="94" creationId="{AB6F9724-C456-D31A-3CA2-160D98EF44C6}"/>
          </ac:spMkLst>
        </pc:spChg>
        <pc:spChg chg="add del mod">
          <ac:chgData name="Hui, Humphrey Hin Ching" userId="9a5f6a76-c9de-4fca-8c32-bace47f6e309" providerId="ADAL" clId="{3FE0BAD6-3909-5B71-81A6-EB3B535F1CA1}" dt="2025-10-28T16:35:01.296" v="216" actId="478"/>
          <ac:spMkLst>
            <pc:docMk/>
            <pc:sldMk cId="3972222405" sldId="260"/>
            <ac:spMk id="95" creationId="{E31B74FC-C825-FF26-D34B-55A5AB8702EF}"/>
          </ac:spMkLst>
        </pc:spChg>
        <pc:spChg chg="add mod topLvl">
          <ac:chgData name="Hui, Humphrey Hin Ching" userId="9a5f6a76-c9de-4fca-8c32-bace47f6e309" providerId="ADAL" clId="{3FE0BAD6-3909-5B71-81A6-EB3B535F1CA1}" dt="2025-10-28T16:41:16.279" v="306" actId="465"/>
          <ac:spMkLst>
            <pc:docMk/>
            <pc:sldMk cId="3972222405" sldId="260"/>
            <ac:spMk id="99" creationId="{C9C5D13E-7217-AA87-034C-3C45D6C45735}"/>
          </ac:spMkLst>
        </pc:spChg>
        <pc:spChg chg="add mod topLvl">
          <ac:chgData name="Hui, Humphrey Hin Ching" userId="9a5f6a76-c9de-4fca-8c32-bace47f6e309" providerId="ADAL" clId="{3FE0BAD6-3909-5B71-81A6-EB3B535F1CA1}" dt="2025-10-28T16:40:55.488" v="304" actId="1076"/>
          <ac:spMkLst>
            <pc:docMk/>
            <pc:sldMk cId="3972222405" sldId="260"/>
            <ac:spMk id="100" creationId="{C0E9108A-B6EC-5C55-73F1-E242F7372039}"/>
          </ac:spMkLst>
        </pc:spChg>
        <pc:spChg chg="add mod topLvl">
          <ac:chgData name="Hui, Humphrey Hin Ching" userId="9a5f6a76-c9de-4fca-8c32-bace47f6e309" providerId="ADAL" clId="{3FE0BAD6-3909-5B71-81A6-EB3B535F1CA1}" dt="2025-10-28T16:40:55.488" v="304" actId="1076"/>
          <ac:spMkLst>
            <pc:docMk/>
            <pc:sldMk cId="3972222405" sldId="260"/>
            <ac:spMk id="101" creationId="{8841F2F1-476D-B665-F472-444A3D1A64E9}"/>
          </ac:spMkLst>
        </pc:spChg>
        <pc:spChg chg="add mod topLvl">
          <ac:chgData name="Hui, Humphrey Hin Ching" userId="9a5f6a76-c9de-4fca-8c32-bace47f6e309" providerId="ADAL" clId="{3FE0BAD6-3909-5B71-81A6-EB3B535F1CA1}" dt="2025-10-28T16:40:55.488" v="304" actId="1076"/>
          <ac:spMkLst>
            <pc:docMk/>
            <pc:sldMk cId="3972222405" sldId="260"/>
            <ac:spMk id="102" creationId="{11308A5D-9C76-502A-154E-7F7F91C535F7}"/>
          </ac:spMkLst>
        </pc:spChg>
        <pc:spChg chg="add mod">
          <ac:chgData name="Hui, Humphrey Hin Ching" userId="9a5f6a76-c9de-4fca-8c32-bace47f6e309" providerId="ADAL" clId="{3FE0BAD6-3909-5B71-81A6-EB3B535F1CA1}" dt="2025-10-28T16:49:02.457" v="422" actId="1035"/>
          <ac:spMkLst>
            <pc:docMk/>
            <pc:sldMk cId="3972222405" sldId="260"/>
            <ac:spMk id="105" creationId="{1F8A0381-F469-AE76-9EF7-09ABF45A29BB}"/>
          </ac:spMkLst>
        </pc:spChg>
        <pc:spChg chg="add mod">
          <ac:chgData name="Hui, Humphrey Hin Ching" userId="9a5f6a76-c9de-4fca-8c32-bace47f6e309" providerId="ADAL" clId="{3FE0BAD6-3909-5B71-81A6-EB3B535F1CA1}" dt="2025-10-28T16:49:02.457" v="422" actId="1035"/>
          <ac:spMkLst>
            <pc:docMk/>
            <pc:sldMk cId="3972222405" sldId="260"/>
            <ac:spMk id="106" creationId="{8A8B95D6-D330-A86E-B7AB-6F1E0A6ADCD0}"/>
          </ac:spMkLst>
        </pc:spChg>
        <pc:spChg chg="add mod">
          <ac:chgData name="Hui, Humphrey Hin Ching" userId="9a5f6a76-c9de-4fca-8c32-bace47f6e309" providerId="ADAL" clId="{3FE0BAD6-3909-5B71-81A6-EB3B535F1CA1}" dt="2025-10-28T16:49:02.457" v="422" actId="1035"/>
          <ac:spMkLst>
            <pc:docMk/>
            <pc:sldMk cId="3972222405" sldId="260"/>
            <ac:spMk id="107" creationId="{FC2CF8AC-B6E9-0A41-3CA8-3FF01A9DD993}"/>
          </ac:spMkLst>
        </pc:spChg>
        <pc:spChg chg="add mod">
          <ac:chgData name="Hui, Humphrey Hin Ching" userId="9a5f6a76-c9de-4fca-8c32-bace47f6e309" providerId="ADAL" clId="{3FE0BAD6-3909-5B71-81A6-EB3B535F1CA1}" dt="2025-10-28T16:49:02.457" v="422" actId="1035"/>
          <ac:spMkLst>
            <pc:docMk/>
            <pc:sldMk cId="3972222405" sldId="260"/>
            <ac:spMk id="108" creationId="{A7173891-02E0-4C5E-C08D-43A2B6F5965D}"/>
          </ac:spMkLst>
        </pc:spChg>
        <pc:grpChg chg="add del mod">
          <ac:chgData name="Hui, Humphrey Hin Ching" userId="9a5f6a76-c9de-4fca-8c32-bace47f6e309" providerId="ADAL" clId="{3FE0BAD6-3909-5B71-81A6-EB3B535F1CA1}" dt="2025-10-28T16:39:12.663" v="283" actId="165"/>
          <ac:grpSpMkLst>
            <pc:docMk/>
            <pc:sldMk cId="3972222405" sldId="260"/>
            <ac:grpSpMk id="103" creationId="{4A20DB1B-342C-E4D8-C5EC-2B0E1709C327}"/>
          </ac:grpSpMkLst>
        </pc:grpChg>
        <pc:cxnChg chg="add mod topLvl">
          <ac:chgData name="Hui, Humphrey Hin Ching" userId="9a5f6a76-c9de-4fca-8c32-bace47f6e309" providerId="ADAL" clId="{3FE0BAD6-3909-5B71-81A6-EB3B535F1CA1}" dt="2025-10-28T16:41:16.279" v="306" actId="465"/>
          <ac:cxnSpMkLst>
            <pc:docMk/>
            <pc:sldMk cId="3972222405" sldId="260"/>
            <ac:cxnSpMk id="97" creationId="{E4E374C5-9FA7-0145-3D7E-1B4D621F671E}"/>
          </ac:cxnSpMkLst>
        </pc:cxnChg>
      </pc:sldChg>
      <pc:sldChg chg="addSp delSp modSp mod">
        <pc:chgData name="Hui, Humphrey Hin Ching" userId="9a5f6a76-c9de-4fca-8c32-bace47f6e309" providerId="ADAL" clId="{3FE0BAD6-3909-5B71-81A6-EB3B535F1CA1}" dt="2025-10-29T01:07:14.116" v="2768" actId="20577"/>
        <pc:sldMkLst>
          <pc:docMk/>
          <pc:sldMk cId="1074652986" sldId="261"/>
        </pc:sldMkLst>
        <pc:spChg chg="del mod">
          <ac:chgData name="Hui, Humphrey Hin Ching" userId="9a5f6a76-c9de-4fca-8c32-bace47f6e309" providerId="ADAL" clId="{3FE0BAD6-3909-5B71-81A6-EB3B535F1CA1}" dt="2025-10-28T21:06:53.970" v="1221" actId="478"/>
          <ac:spMkLst>
            <pc:docMk/>
            <pc:sldMk cId="1074652986" sldId="261"/>
            <ac:spMk id="12" creationId="{FD58345A-0BFD-6E4F-B974-81907359D8C0}"/>
          </ac:spMkLst>
        </pc:spChg>
        <pc:spChg chg="add mod">
          <ac:chgData name="Hui, Humphrey Hin Ching" userId="9a5f6a76-c9de-4fca-8c32-bace47f6e309" providerId="ADAL" clId="{3FE0BAD6-3909-5B71-81A6-EB3B535F1CA1}" dt="2025-10-28T22:23:12.775" v="2279" actId="20577"/>
          <ac:spMkLst>
            <pc:docMk/>
            <pc:sldMk cId="1074652986" sldId="261"/>
            <ac:spMk id="14" creationId="{EF46FACF-113A-EF03-7A9E-4A08EA8A4613}"/>
          </ac:spMkLst>
        </pc:spChg>
        <pc:spChg chg="add del mod">
          <ac:chgData name="Hui, Humphrey Hin Ching" userId="9a5f6a76-c9de-4fca-8c32-bace47f6e309" providerId="ADAL" clId="{3FE0BAD6-3909-5B71-81A6-EB3B535F1CA1}" dt="2025-10-28T21:08:06.957" v="1247" actId="478"/>
          <ac:spMkLst>
            <pc:docMk/>
            <pc:sldMk cId="1074652986" sldId="261"/>
            <ac:spMk id="15" creationId="{15054BF5-D513-984D-4D0D-1703830797D2}"/>
          </ac:spMkLst>
        </pc:spChg>
        <pc:spChg chg="add mod">
          <ac:chgData name="Hui, Humphrey Hin Ching" userId="9a5f6a76-c9de-4fca-8c32-bace47f6e309" providerId="ADAL" clId="{3FE0BAD6-3909-5B71-81A6-EB3B535F1CA1}" dt="2025-10-28T22:24:56.564" v="2309" actId="20577"/>
          <ac:spMkLst>
            <pc:docMk/>
            <pc:sldMk cId="1074652986" sldId="261"/>
            <ac:spMk id="16" creationId="{013051CD-81F2-E4E6-5C0D-1945FCC84C03}"/>
          </ac:spMkLst>
        </pc:spChg>
        <pc:spChg chg="add del mod">
          <ac:chgData name="Hui, Humphrey Hin Ching" userId="9a5f6a76-c9de-4fca-8c32-bace47f6e309" providerId="ADAL" clId="{3FE0BAD6-3909-5B71-81A6-EB3B535F1CA1}" dt="2025-10-28T21:12:27.110" v="1598" actId="478"/>
          <ac:spMkLst>
            <pc:docMk/>
            <pc:sldMk cId="1074652986" sldId="261"/>
            <ac:spMk id="18" creationId="{B8B8A992-3B52-2888-7A82-27D00256B1F3}"/>
          </ac:spMkLst>
        </pc:spChg>
        <pc:spChg chg="add del mod">
          <ac:chgData name="Hui, Humphrey Hin Ching" userId="9a5f6a76-c9de-4fca-8c32-bace47f6e309" providerId="ADAL" clId="{3FE0BAD6-3909-5B71-81A6-EB3B535F1CA1}" dt="2025-10-28T22:34:00.100" v="2526" actId="478"/>
          <ac:spMkLst>
            <pc:docMk/>
            <pc:sldMk cId="1074652986" sldId="261"/>
            <ac:spMk id="19" creationId="{3D07EB52-A3FB-7929-ED9E-65CD92C0405F}"/>
          </ac:spMkLst>
        </pc:spChg>
        <pc:spChg chg="add mod">
          <ac:chgData name="Hui, Humphrey Hin Ching" userId="9a5f6a76-c9de-4fca-8c32-bace47f6e309" providerId="ADAL" clId="{3FE0BAD6-3909-5B71-81A6-EB3B535F1CA1}" dt="2025-10-28T22:20:26.295" v="2243" actId="1076"/>
          <ac:spMkLst>
            <pc:docMk/>
            <pc:sldMk cId="1074652986" sldId="261"/>
            <ac:spMk id="22" creationId="{7DE9DA78-91A0-7FFB-3B09-16D0B90E7BB1}"/>
          </ac:spMkLst>
        </pc:spChg>
        <pc:spChg chg="add mod">
          <ac:chgData name="Hui, Humphrey Hin Ching" userId="9a5f6a76-c9de-4fca-8c32-bace47f6e309" providerId="ADAL" clId="{3FE0BAD6-3909-5B71-81A6-EB3B535F1CA1}" dt="2025-10-28T22:20:28.895" v="2244" actId="1076"/>
          <ac:spMkLst>
            <pc:docMk/>
            <pc:sldMk cId="1074652986" sldId="261"/>
            <ac:spMk id="23" creationId="{C8E4633C-19BC-7AC8-FB3B-0E22B7FC6DDB}"/>
          </ac:spMkLst>
        </pc:spChg>
        <pc:spChg chg="add mod">
          <ac:chgData name="Hui, Humphrey Hin Ching" userId="9a5f6a76-c9de-4fca-8c32-bace47f6e309" providerId="ADAL" clId="{3FE0BAD6-3909-5B71-81A6-EB3B535F1CA1}" dt="2025-10-29T01:07:14.116" v="2768" actId="20577"/>
          <ac:spMkLst>
            <pc:docMk/>
            <pc:sldMk cId="1074652986" sldId="261"/>
            <ac:spMk id="24" creationId="{740D6FF7-FBB8-DBD0-E1D1-A0B6DC66B4D6}"/>
          </ac:spMkLst>
        </pc:spChg>
        <pc:spChg chg="add mod">
          <ac:chgData name="Hui, Humphrey Hin Ching" userId="9a5f6a76-c9de-4fca-8c32-bace47f6e309" providerId="ADAL" clId="{3FE0BAD6-3909-5B71-81A6-EB3B535F1CA1}" dt="2025-10-28T22:22:38.014" v="2267" actId="1076"/>
          <ac:spMkLst>
            <pc:docMk/>
            <pc:sldMk cId="1074652986" sldId="261"/>
            <ac:spMk id="35" creationId="{108D7F2F-B8C1-0328-EDFA-1CF9E7349138}"/>
          </ac:spMkLst>
        </pc:spChg>
        <pc:spChg chg="add mod">
          <ac:chgData name="Hui, Humphrey Hin Ching" userId="9a5f6a76-c9de-4fca-8c32-bace47f6e309" providerId="ADAL" clId="{3FE0BAD6-3909-5B71-81A6-EB3B535F1CA1}" dt="2025-10-28T22:33:42.016" v="2524" actId="167"/>
          <ac:spMkLst>
            <pc:docMk/>
            <pc:sldMk cId="1074652986" sldId="261"/>
            <ac:spMk id="41" creationId="{0A340BB2-CCA6-050D-960E-77FE62BDC732}"/>
          </ac:spMkLst>
        </pc:spChg>
        <pc:spChg chg="add del mod">
          <ac:chgData name="Hui, Humphrey Hin Ching" userId="9a5f6a76-c9de-4fca-8c32-bace47f6e309" providerId="ADAL" clId="{3FE0BAD6-3909-5B71-81A6-EB3B535F1CA1}" dt="2025-10-28T23:36:12.519" v="2759" actId="478"/>
          <ac:spMkLst>
            <pc:docMk/>
            <pc:sldMk cId="1074652986" sldId="261"/>
            <ac:spMk id="42" creationId="{6B6193BE-0FFB-2287-0ABB-C3280CC26EBB}"/>
          </ac:spMkLst>
        </pc:spChg>
        <pc:spChg chg="add mod">
          <ac:chgData name="Hui, Humphrey Hin Ching" userId="9a5f6a76-c9de-4fca-8c32-bace47f6e309" providerId="ADAL" clId="{3FE0BAD6-3909-5B71-81A6-EB3B535F1CA1}" dt="2025-10-28T23:36:12.862" v="2760"/>
          <ac:spMkLst>
            <pc:docMk/>
            <pc:sldMk cId="1074652986" sldId="261"/>
            <ac:spMk id="50" creationId="{605A06A1-EEFB-0F8D-B606-78432316FF86}"/>
          </ac:spMkLst>
        </pc:spChg>
        <pc:picChg chg="add mod">
          <ac:chgData name="Hui, Humphrey Hin Ching" userId="9a5f6a76-c9de-4fca-8c32-bace47f6e309" providerId="ADAL" clId="{3FE0BAD6-3909-5B71-81A6-EB3B535F1CA1}" dt="2025-10-28T22:22:30.604" v="2265" actId="12788"/>
          <ac:picMkLst>
            <pc:docMk/>
            <pc:sldMk cId="1074652986" sldId="261"/>
            <ac:picMk id="21" creationId="{40FF69CC-1FA6-8C1E-C01F-B3EE4C608059}"/>
          </ac:picMkLst>
        </pc:picChg>
        <pc:picChg chg="add mod">
          <ac:chgData name="Hui, Humphrey Hin Ching" userId="9a5f6a76-c9de-4fca-8c32-bace47f6e309" providerId="ADAL" clId="{3FE0BAD6-3909-5B71-81A6-EB3B535F1CA1}" dt="2025-10-28T22:23:46.963" v="2286" actId="14861"/>
          <ac:picMkLst>
            <pc:docMk/>
            <pc:sldMk cId="1074652986" sldId="261"/>
            <ac:picMk id="30" creationId="{14119016-1DBF-6FD3-40C3-12F53FFDEB60}"/>
          </ac:picMkLst>
        </pc:picChg>
        <pc:picChg chg="add del mod">
          <ac:chgData name="Hui, Humphrey Hin Ching" userId="9a5f6a76-c9de-4fca-8c32-bace47f6e309" providerId="ADAL" clId="{3FE0BAD6-3909-5B71-81A6-EB3B535F1CA1}" dt="2025-10-28T22:15:17.173" v="2204" actId="478"/>
          <ac:picMkLst>
            <pc:docMk/>
            <pc:sldMk cId="1074652986" sldId="261"/>
            <ac:picMk id="32" creationId="{3D6F4D62-5BEF-C49F-5A0F-34384B22BAEC}"/>
          </ac:picMkLst>
        </pc:picChg>
        <pc:picChg chg="add mod">
          <ac:chgData name="Hui, Humphrey Hin Ching" userId="9a5f6a76-c9de-4fca-8c32-bace47f6e309" providerId="ADAL" clId="{3FE0BAD6-3909-5B71-81A6-EB3B535F1CA1}" dt="2025-10-28T22:23:46.963" v="2286" actId="14861"/>
          <ac:picMkLst>
            <pc:docMk/>
            <pc:sldMk cId="1074652986" sldId="261"/>
            <ac:picMk id="34" creationId="{08651D99-D132-2315-49A4-795705268AF8}"/>
          </ac:picMkLst>
        </pc:picChg>
        <pc:picChg chg="add mod">
          <ac:chgData name="Hui, Humphrey Hin Ching" userId="9a5f6a76-c9de-4fca-8c32-bace47f6e309" providerId="ADAL" clId="{3FE0BAD6-3909-5B71-81A6-EB3B535F1CA1}" dt="2025-10-28T22:22:35.115" v="2266" actId="207"/>
          <ac:picMkLst>
            <pc:docMk/>
            <pc:sldMk cId="1074652986" sldId="261"/>
            <ac:picMk id="39" creationId="{F32A683D-5B9D-1E85-FF05-483CF0F9849B}"/>
          </ac:picMkLst>
        </pc:picChg>
      </pc:sldChg>
      <pc:sldChg chg="modSp add del mod">
        <pc:chgData name="Hui, Humphrey Hin Ching" userId="9a5f6a76-c9de-4fca-8c32-bace47f6e309" providerId="ADAL" clId="{3FE0BAD6-3909-5B71-81A6-EB3B535F1CA1}" dt="2025-10-28T21:14:09.322" v="1614" actId="2696"/>
        <pc:sldMkLst>
          <pc:docMk/>
          <pc:sldMk cId="475611721" sldId="263"/>
        </pc:sldMkLst>
        <pc:spChg chg="mod">
          <ac:chgData name="Hui, Humphrey Hin Ching" userId="9a5f6a76-c9de-4fca-8c32-bace47f6e309" providerId="ADAL" clId="{3FE0BAD6-3909-5B71-81A6-EB3B535F1CA1}" dt="2025-10-28T17:09:48.642" v="451" actId="20577"/>
          <ac:spMkLst>
            <pc:docMk/>
            <pc:sldMk cId="475611721" sldId="263"/>
            <ac:spMk id="12" creationId="{111DD958-CA67-F44C-20B8-A704D326AF18}"/>
          </ac:spMkLst>
        </pc:spChg>
      </pc:sldChg>
      <pc:sldChg chg="del">
        <pc:chgData name="Hui, Humphrey Hin Ching" userId="9a5f6a76-c9de-4fca-8c32-bace47f6e309" providerId="ADAL" clId="{3FE0BAD6-3909-5B71-81A6-EB3B535F1CA1}" dt="2025-10-28T15:43:44.049" v="90" actId="2696"/>
        <pc:sldMkLst>
          <pc:docMk/>
          <pc:sldMk cId="1178838001" sldId="263"/>
        </pc:sldMkLst>
      </pc:sldChg>
      <pc:sldChg chg="addSp delSp modSp add mod">
        <pc:chgData name="Hui, Humphrey Hin Ching" userId="9a5f6a76-c9de-4fca-8c32-bace47f6e309" providerId="ADAL" clId="{3FE0BAD6-3909-5B71-81A6-EB3B535F1CA1}" dt="2025-10-29T01:08:06.737" v="2772" actId="20577"/>
        <pc:sldMkLst>
          <pc:docMk/>
          <pc:sldMk cId="1646962413" sldId="264"/>
        </pc:sldMkLst>
        <pc:spChg chg="add del mod">
          <ac:chgData name="Hui, Humphrey Hin Ching" userId="9a5f6a76-c9de-4fca-8c32-bace47f6e309" providerId="ADAL" clId="{3FE0BAD6-3909-5B71-81A6-EB3B535F1CA1}" dt="2025-10-28T19:29:02.600" v="571" actId="478"/>
          <ac:spMkLst>
            <pc:docMk/>
            <pc:sldMk cId="1646962413" sldId="264"/>
            <ac:spMk id="12" creationId="{4A203EE3-F19A-CBEE-95B6-B9078DB3B54C}"/>
          </ac:spMkLst>
        </pc:spChg>
        <pc:spChg chg="mod">
          <ac:chgData name="Hui, Humphrey Hin Ching" userId="9a5f6a76-c9de-4fca-8c32-bace47f6e309" providerId="ADAL" clId="{3FE0BAD6-3909-5B71-81A6-EB3B535F1CA1}" dt="2025-10-28T19:41:51.508" v="1117" actId="12788"/>
          <ac:spMkLst>
            <pc:docMk/>
            <pc:sldMk cId="1646962413" sldId="264"/>
            <ac:spMk id="13" creationId="{334BCC55-0ED7-52BA-6CFD-F22A16E2A756}"/>
          </ac:spMkLst>
        </pc:spChg>
        <pc:spChg chg="add mod">
          <ac:chgData name="Hui, Humphrey Hin Ching" userId="9a5f6a76-c9de-4fca-8c32-bace47f6e309" providerId="ADAL" clId="{3FE0BAD6-3909-5B71-81A6-EB3B535F1CA1}" dt="2025-10-28T19:41:23.941" v="1115" actId="12788"/>
          <ac:spMkLst>
            <pc:docMk/>
            <pc:sldMk cId="1646962413" sldId="264"/>
            <ac:spMk id="14" creationId="{E505B029-77E6-CD40-F9D9-5D203D9D6E65}"/>
          </ac:spMkLst>
        </pc:spChg>
        <pc:spChg chg="del">
          <ac:chgData name="Hui, Humphrey Hin Ching" userId="9a5f6a76-c9de-4fca-8c32-bace47f6e309" providerId="ADAL" clId="{3FE0BAD6-3909-5B71-81A6-EB3B535F1CA1}" dt="2025-10-28T17:25:07.763" v="466" actId="478"/>
          <ac:spMkLst>
            <pc:docMk/>
            <pc:sldMk cId="1646962413" sldId="264"/>
            <ac:spMk id="16" creationId="{E34DDD4D-ECE5-58B2-D166-0E529A4CF185}"/>
          </ac:spMkLst>
        </pc:spChg>
        <pc:spChg chg="del">
          <ac:chgData name="Hui, Humphrey Hin Ching" userId="9a5f6a76-c9de-4fca-8c32-bace47f6e309" providerId="ADAL" clId="{3FE0BAD6-3909-5B71-81A6-EB3B535F1CA1}" dt="2025-10-28T17:24:59.591" v="464" actId="478"/>
          <ac:spMkLst>
            <pc:docMk/>
            <pc:sldMk cId="1646962413" sldId="264"/>
            <ac:spMk id="17" creationId="{08E92E82-D3F5-C20C-45C5-5F7ACD02E240}"/>
          </ac:spMkLst>
        </pc:spChg>
        <pc:spChg chg="mod">
          <ac:chgData name="Hui, Humphrey Hin Ching" userId="9a5f6a76-c9de-4fca-8c32-bace47f6e309" providerId="ADAL" clId="{3FE0BAD6-3909-5B71-81A6-EB3B535F1CA1}" dt="2025-10-28T19:42:11.307" v="1121" actId="465"/>
          <ac:spMkLst>
            <pc:docMk/>
            <pc:sldMk cId="1646962413" sldId="264"/>
            <ac:spMk id="18" creationId="{479E7A1C-F26E-B1CE-5DA4-EA114599026D}"/>
          </ac:spMkLst>
        </pc:spChg>
        <pc:spChg chg="add mod">
          <ac:chgData name="Hui, Humphrey Hin Ching" userId="9a5f6a76-c9de-4fca-8c32-bace47f6e309" providerId="ADAL" clId="{3FE0BAD6-3909-5B71-81A6-EB3B535F1CA1}" dt="2025-10-28T19:38:42.381" v="927" actId="465"/>
          <ac:spMkLst>
            <pc:docMk/>
            <pc:sldMk cId="1646962413" sldId="264"/>
            <ac:spMk id="19" creationId="{12E6FDF6-D118-0DA4-E4E1-9E4B5BEE9849}"/>
          </ac:spMkLst>
        </pc:spChg>
        <pc:spChg chg="add del mod">
          <ac:chgData name="Hui, Humphrey Hin Ching" userId="9a5f6a76-c9de-4fca-8c32-bace47f6e309" providerId="ADAL" clId="{3FE0BAD6-3909-5B71-81A6-EB3B535F1CA1}" dt="2025-10-28T19:36:36.921" v="840" actId="478"/>
          <ac:spMkLst>
            <pc:docMk/>
            <pc:sldMk cId="1646962413" sldId="264"/>
            <ac:spMk id="20" creationId="{3118A90E-8285-BD39-AC6A-C8D3768C6C2F}"/>
          </ac:spMkLst>
        </pc:spChg>
        <pc:spChg chg="add mod">
          <ac:chgData name="Hui, Humphrey Hin Ching" userId="9a5f6a76-c9de-4fca-8c32-bace47f6e309" providerId="ADAL" clId="{3FE0BAD6-3909-5B71-81A6-EB3B535F1CA1}" dt="2025-10-28T23:32:32.435" v="2742" actId="207"/>
          <ac:spMkLst>
            <pc:docMk/>
            <pc:sldMk cId="1646962413" sldId="264"/>
            <ac:spMk id="21" creationId="{C67B2847-5B89-7C08-9A33-96B07B1A24A8}"/>
          </ac:spMkLst>
        </pc:spChg>
        <pc:spChg chg="add mod">
          <ac:chgData name="Hui, Humphrey Hin Ching" userId="9a5f6a76-c9de-4fca-8c32-bace47f6e309" providerId="ADAL" clId="{3FE0BAD6-3909-5B71-81A6-EB3B535F1CA1}" dt="2025-10-28T23:32:32.435" v="2742" actId="207"/>
          <ac:spMkLst>
            <pc:docMk/>
            <pc:sldMk cId="1646962413" sldId="264"/>
            <ac:spMk id="22" creationId="{921D3D6A-8A05-2428-9373-4B5A03699197}"/>
          </ac:spMkLst>
        </pc:spChg>
        <pc:spChg chg="add mod">
          <ac:chgData name="Hui, Humphrey Hin Ching" userId="9a5f6a76-c9de-4fca-8c32-bace47f6e309" providerId="ADAL" clId="{3FE0BAD6-3909-5B71-81A6-EB3B535F1CA1}" dt="2025-10-28T23:24:50.637" v="2675" actId="1076"/>
          <ac:spMkLst>
            <pc:docMk/>
            <pc:sldMk cId="1646962413" sldId="264"/>
            <ac:spMk id="23" creationId="{F61640C7-BE15-9D51-FC91-EED58168128A}"/>
          </ac:spMkLst>
        </pc:spChg>
        <pc:spChg chg="add mod">
          <ac:chgData name="Hui, Humphrey Hin Ching" userId="9a5f6a76-c9de-4fca-8c32-bace47f6e309" providerId="ADAL" clId="{3FE0BAD6-3909-5B71-81A6-EB3B535F1CA1}" dt="2025-10-28T23:32:32.435" v="2742" actId="207"/>
          <ac:spMkLst>
            <pc:docMk/>
            <pc:sldMk cId="1646962413" sldId="264"/>
            <ac:spMk id="24" creationId="{51B17530-8941-913F-4F92-BBE2F6F4E51B}"/>
          </ac:spMkLst>
        </pc:spChg>
        <pc:spChg chg="add mod">
          <ac:chgData name="Hui, Humphrey Hin Ching" userId="9a5f6a76-c9de-4fca-8c32-bace47f6e309" providerId="ADAL" clId="{3FE0BAD6-3909-5B71-81A6-EB3B535F1CA1}" dt="2025-10-28T19:38:47.693" v="928" actId="12789"/>
          <ac:spMkLst>
            <pc:docMk/>
            <pc:sldMk cId="1646962413" sldId="264"/>
            <ac:spMk id="30" creationId="{4AD09E39-B16B-C262-8285-AFD4E5368EEC}"/>
          </ac:spMkLst>
        </pc:spChg>
        <pc:spChg chg="add mod">
          <ac:chgData name="Hui, Humphrey Hin Ching" userId="9a5f6a76-c9de-4fca-8c32-bace47f6e309" providerId="ADAL" clId="{3FE0BAD6-3909-5B71-81A6-EB3B535F1CA1}" dt="2025-10-28T23:24:50.637" v="2675" actId="1076"/>
          <ac:spMkLst>
            <pc:docMk/>
            <pc:sldMk cId="1646962413" sldId="264"/>
            <ac:spMk id="31" creationId="{B4D83CBF-F42F-6111-4DF4-D89AE4D54ED6}"/>
          </ac:spMkLst>
        </pc:spChg>
        <pc:spChg chg="add mod">
          <ac:chgData name="Hui, Humphrey Hin Ching" userId="9a5f6a76-c9de-4fca-8c32-bace47f6e309" providerId="ADAL" clId="{3FE0BAD6-3909-5B71-81A6-EB3B535F1CA1}" dt="2025-10-28T23:32:32.435" v="2742" actId="207"/>
          <ac:spMkLst>
            <pc:docMk/>
            <pc:sldMk cId="1646962413" sldId="264"/>
            <ac:spMk id="32" creationId="{ADDE5524-3CAE-68A6-7F5B-6F0DDF629A6D}"/>
          </ac:spMkLst>
        </pc:spChg>
        <pc:spChg chg="del mod">
          <ac:chgData name="Hui, Humphrey Hin Ching" userId="9a5f6a76-c9de-4fca-8c32-bace47f6e309" providerId="ADAL" clId="{3FE0BAD6-3909-5B71-81A6-EB3B535F1CA1}" dt="2025-10-28T19:31:56.773" v="641" actId="478"/>
          <ac:spMkLst>
            <pc:docMk/>
            <pc:sldMk cId="1646962413" sldId="264"/>
            <ac:spMk id="36" creationId="{DB9E5315-5CD0-64DB-4F19-7700856038E1}"/>
          </ac:spMkLst>
        </pc:spChg>
        <pc:spChg chg="mod">
          <ac:chgData name="Hui, Humphrey Hin Ching" userId="9a5f6a76-c9de-4fca-8c32-bace47f6e309" providerId="ADAL" clId="{3FE0BAD6-3909-5B71-81A6-EB3B535F1CA1}" dt="2025-10-28T19:38:42.381" v="927" actId="465"/>
          <ac:spMkLst>
            <pc:docMk/>
            <pc:sldMk cId="1646962413" sldId="264"/>
            <ac:spMk id="45" creationId="{E7B9A5E7-2945-F56C-D8F6-5350B714FEA3}"/>
          </ac:spMkLst>
        </pc:spChg>
        <pc:spChg chg="del mod">
          <ac:chgData name="Hui, Humphrey Hin Ching" userId="9a5f6a76-c9de-4fca-8c32-bace47f6e309" providerId="ADAL" clId="{3FE0BAD6-3909-5B71-81A6-EB3B535F1CA1}" dt="2025-10-28T19:33:55.186" v="724" actId="478"/>
          <ac:spMkLst>
            <pc:docMk/>
            <pc:sldMk cId="1646962413" sldId="264"/>
            <ac:spMk id="46" creationId="{DF96A8F4-968F-67C4-3453-804CC18EF184}"/>
          </ac:spMkLst>
        </pc:spChg>
        <pc:spChg chg="del mod">
          <ac:chgData name="Hui, Humphrey Hin Ching" userId="9a5f6a76-c9de-4fca-8c32-bace47f6e309" providerId="ADAL" clId="{3FE0BAD6-3909-5B71-81A6-EB3B535F1CA1}" dt="2025-10-28T19:33:55.186" v="724" actId="478"/>
          <ac:spMkLst>
            <pc:docMk/>
            <pc:sldMk cId="1646962413" sldId="264"/>
            <ac:spMk id="47" creationId="{D80AEE82-4720-DCA7-94D6-9E17193114B1}"/>
          </ac:spMkLst>
        </pc:spChg>
        <pc:spChg chg="del">
          <ac:chgData name="Hui, Humphrey Hin Ching" userId="9a5f6a76-c9de-4fca-8c32-bace47f6e309" providerId="ADAL" clId="{3FE0BAD6-3909-5B71-81A6-EB3B535F1CA1}" dt="2025-10-28T17:24:59.591" v="464" actId="478"/>
          <ac:spMkLst>
            <pc:docMk/>
            <pc:sldMk cId="1646962413" sldId="264"/>
            <ac:spMk id="48" creationId="{8E431A47-6781-5856-296A-FDD327F68628}"/>
          </ac:spMkLst>
        </pc:spChg>
        <pc:spChg chg="mod">
          <ac:chgData name="Hui, Humphrey Hin Ching" userId="9a5f6a76-c9de-4fca-8c32-bace47f6e309" providerId="ADAL" clId="{3FE0BAD6-3909-5B71-81A6-EB3B535F1CA1}" dt="2025-10-28T19:49:07.338" v="1189" actId="20577"/>
          <ac:spMkLst>
            <pc:docMk/>
            <pc:sldMk cId="1646962413" sldId="264"/>
            <ac:spMk id="53" creationId="{877EB0F3-3485-967E-F7F0-9BFA76419FE6}"/>
          </ac:spMkLst>
        </pc:spChg>
        <pc:spChg chg="mod">
          <ac:chgData name="Hui, Humphrey Hin Ching" userId="9a5f6a76-c9de-4fca-8c32-bace47f6e309" providerId="ADAL" clId="{3FE0BAD6-3909-5B71-81A6-EB3B535F1CA1}" dt="2025-10-28T19:49:11.485" v="1207" actId="20577"/>
          <ac:spMkLst>
            <pc:docMk/>
            <pc:sldMk cId="1646962413" sldId="264"/>
            <ac:spMk id="54" creationId="{15620BBE-F56B-80EE-A49A-A2F9C65FDD34}"/>
          </ac:spMkLst>
        </pc:spChg>
        <pc:spChg chg="del">
          <ac:chgData name="Hui, Humphrey Hin Ching" userId="9a5f6a76-c9de-4fca-8c32-bace47f6e309" providerId="ADAL" clId="{3FE0BAD6-3909-5B71-81A6-EB3B535F1CA1}" dt="2025-10-28T17:24:59.591" v="464" actId="478"/>
          <ac:spMkLst>
            <pc:docMk/>
            <pc:sldMk cId="1646962413" sldId="264"/>
            <ac:spMk id="55" creationId="{DD709F4C-ABE3-E6CC-0278-A3D8625F549A}"/>
          </ac:spMkLst>
        </pc:spChg>
        <pc:spChg chg="del">
          <ac:chgData name="Hui, Humphrey Hin Ching" userId="9a5f6a76-c9de-4fca-8c32-bace47f6e309" providerId="ADAL" clId="{3FE0BAD6-3909-5B71-81A6-EB3B535F1CA1}" dt="2025-10-28T17:25:07.763" v="466" actId="478"/>
          <ac:spMkLst>
            <pc:docMk/>
            <pc:sldMk cId="1646962413" sldId="264"/>
            <ac:spMk id="57" creationId="{6C1D65ED-E97A-8339-4BAF-891A709886C0}"/>
          </ac:spMkLst>
        </pc:spChg>
        <pc:spChg chg="add mod">
          <ac:chgData name="Hui, Humphrey Hin Ching" userId="9a5f6a76-c9de-4fca-8c32-bace47f6e309" providerId="ADAL" clId="{3FE0BAD6-3909-5B71-81A6-EB3B535F1CA1}" dt="2025-10-29T01:08:06.737" v="2772" actId="20577"/>
          <ac:spMkLst>
            <pc:docMk/>
            <pc:sldMk cId="1646962413" sldId="264"/>
            <ac:spMk id="66" creationId="{16528249-FE83-5BCF-9EA4-50B7190445A8}"/>
          </ac:spMkLst>
        </pc:spChg>
        <pc:spChg chg="add mod">
          <ac:chgData name="Hui, Humphrey Hin Ching" userId="9a5f6a76-c9de-4fca-8c32-bace47f6e309" providerId="ADAL" clId="{3FE0BAD6-3909-5B71-81A6-EB3B535F1CA1}" dt="2025-10-29T00:58:29.175" v="2764" actId="242"/>
          <ac:spMkLst>
            <pc:docMk/>
            <pc:sldMk cId="1646962413" sldId="264"/>
            <ac:spMk id="67" creationId="{E3635326-82DA-BBF5-E166-28C4DC22397A}"/>
          </ac:spMkLst>
        </pc:spChg>
        <pc:spChg chg="add mod">
          <ac:chgData name="Hui, Humphrey Hin Ching" userId="9a5f6a76-c9de-4fca-8c32-bace47f6e309" providerId="ADAL" clId="{3FE0BAD6-3909-5B71-81A6-EB3B535F1CA1}" dt="2025-10-29T00:58:29.175" v="2764" actId="242"/>
          <ac:spMkLst>
            <pc:docMk/>
            <pc:sldMk cId="1646962413" sldId="264"/>
            <ac:spMk id="68" creationId="{F86C9018-7F8C-33B2-9EA7-8AB8EDCB9267}"/>
          </ac:spMkLst>
        </pc:spChg>
        <pc:spChg chg="add mod">
          <ac:chgData name="Hui, Humphrey Hin Ching" userId="9a5f6a76-c9de-4fca-8c32-bace47f6e309" providerId="ADAL" clId="{3FE0BAD6-3909-5B71-81A6-EB3B535F1CA1}" dt="2025-10-29T00:58:29.175" v="2764" actId="242"/>
          <ac:spMkLst>
            <pc:docMk/>
            <pc:sldMk cId="1646962413" sldId="264"/>
            <ac:spMk id="69" creationId="{17217D8C-F4EC-D7E6-4365-BF27279B5EAE}"/>
          </ac:spMkLst>
        </pc:spChg>
        <pc:spChg chg="add mod">
          <ac:chgData name="Hui, Humphrey Hin Ching" userId="9a5f6a76-c9de-4fca-8c32-bace47f6e309" providerId="ADAL" clId="{3FE0BAD6-3909-5B71-81A6-EB3B535F1CA1}" dt="2025-10-29T00:58:29.175" v="2764" actId="242"/>
          <ac:spMkLst>
            <pc:docMk/>
            <pc:sldMk cId="1646962413" sldId="264"/>
            <ac:spMk id="70" creationId="{386E7882-3F51-3000-FCAD-322D1D557443}"/>
          </ac:spMkLst>
        </pc:spChg>
        <pc:spChg chg="add mod">
          <ac:chgData name="Hui, Humphrey Hin Ching" userId="9a5f6a76-c9de-4fca-8c32-bace47f6e309" providerId="ADAL" clId="{3FE0BAD6-3909-5B71-81A6-EB3B535F1CA1}" dt="2025-10-29T00:58:29.175" v="2764" actId="242"/>
          <ac:spMkLst>
            <pc:docMk/>
            <pc:sldMk cId="1646962413" sldId="264"/>
            <ac:spMk id="71" creationId="{4851D4AA-B5DA-D610-9966-83EFB0CE14D8}"/>
          </ac:spMkLst>
        </pc:spChg>
        <pc:picChg chg="add mod">
          <ac:chgData name="Hui, Humphrey Hin Ching" userId="9a5f6a76-c9de-4fca-8c32-bace47f6e309" providerId="ADAL" clId="{3FE0BAD6-3909-5B71-81A6-EB3B535F1CA1}" dt="2025-10-28T23:33:53.162" v="2751" actId="207"/>
          <ac:picMkLst>
            <pc:docMk/>
            <pc:sldMk cId="1646962413" sldId="264"/>
            <ac:picMk id="39" creationId="{4092919B-3F42-194E-D7A9-75A6B9BA85D5}"/>
          </ac:picMkLst>
        </pc:picChg>
        <pc:picChg chg="add mod">
          <ac:chgData name="Hui, Humphrey Hin Ching" userId="9a5f6a76-c9de-4fca-8c32-bace47f6e309" providerId="ADAL" clId="{3FE0BAD6-3909-5B71-81A6-EB3B535F1CA1}" dt="2025-10-28T23:33:53.162" v="2751" actId="207"/>
          <ac:picMkLst>
            <pc:docMk/>
            <pc:sldMk cId="1646962413" sldId="264"/>
            <ac:picMk id="42" creationId="{9663E00E-4210-592F-D0B0-FF0BB2DFCE68}"/>
          </ac:picMkLst>
        </pc:picChg>
        <pc:picChg chg="add mod">
          <ac:chgData name="Hui, Humphrey Hin Ching" userId="9a5f6a76-c9de-4fca-8c32-bace47f6e309" providerId="ADAL" clId="{3FE0BAD6-3909-5B71-81A6-EB3B535F1CA1}" dt="2025-10-28T23:33:53.162" v="2751" actId="207"/>
          <ac:picMkLst>
            <pc:docMk/>
            <pc:sldMk cId="1646962413" sldId="264"/>
            <ac:picMk id="51" creationId="{D8E5B462-FF32-07F2-8A7C-AC8D0E915315}"/>
          </ac:picMkLst>
        </pc:picChg>
        <pc:picChg chg="add mod">
          <ac:chgData name="Hui, Humphrey Hin Ching" userId="9a5f6a76-c9de-4fca-8c32-bace47f6e309" providerId="ADAL" clId="{3FE0BAD6-3909-5B71-81A6-EB3B535F1CA1}" dt="2025-10-28T23:33:53.162" v="2751" actId="207"/>
          <ac:picMkLst>
            <pc:docMk/>
            <pc:sldMk cId="1646962413" sldId="264"/>
            <ac:picMk id="60" creationId="{3B34877E-9125-4B7F-1978-782584C0CEDA}"/>
          </ac:picMkLst>
        </pc:picChg>
        <pc:picChg chg="add mod">
          <ac:chgData name="Hui, Humphrey Hin Ching" userId="9a5f6a76-c9de-4fca-8c32-bace47f6e309" providerId="ADAL" clId="{3FE0BAD6-3909-5B71-81A6-EB3B535F1CA1}" dt="2025-10-28T23:33:53.162" v="2751" actId="207"/>
          <ac:picMkLst>
            <pc:docMk/>
            <pc:sldMk cId="1646962413" sldId="264"/>
            <ac:picMk id="63" creationId="{5E7AF75D-4D7A-C973-DE42-8B9F37CC6B95}"/>
          </ac:picMkLst>
        </pc:picChg>
        <pc:picChg chg="add mod">
          <ac:chgData name="Hui, Humphrey Hin Ching" userId="9a5f6a76-c9de-4fca-8c32-bace47f6e309" providerId="ADAL" clId="{3FE0BAD6-3909-5B71-81A6-EB3B535F1CA1}" dt="2025-10-28T23:33:53.162" v="2751" actId="207"/>
          <ac:picMkLst>
            <pc:docMk/>
            <pc:sldMk cId="1646962413" sldId="264"/>
            <ac:picMk id="65" creationId="{1574B746-F663-EECE-E49C-5563BE0D42ED}"/>
          </ac:picMkLst>
        </pc:picChg>
        <pc:picChg chg="del">
          <ac:chgData name="Hui, Humphrey Hin Ching" userId="9a5f6a76-c9de-4fca-8c32-bace47f6e309" providerId="ADAL" clId="{3FE0BAD6-3909-5B71-81A6-EB3B535F1CA1}" dt="2025-10-28T17:24:59.591" v="464" actId="478"/>
          <ac:picMkLst>
            <pc:docMk/>
            <pc:sldMk cId="1646962413" sldId="264"/>
            <ac:picMk id="75" creationId="{153AECEE-FC38-DFE2-5C04-CDF8C03CDA11}"/>
          </ac:picMkLst>
        </pc:picChg>
        <pc:picChg chg="del">
          <ac:chgData name="Hui, Humphrey Hin Ching" userId="9a5f6a76-c9de-4fca-8c32-bace47f6e309" providerId="ADAL" clId="{3FE0BAD6-3909-5B71-81A6-EB3B535F1CA1}" dt="2025-10-28T17:24:59.591" v="464" actId="478"/>
          <ac:picMkLst>
            <pc:docMk/>
            <pc:sldMk cId="1646962413" sldId="264"/>
            <ac:picMk id="77" creationId="{E23869B7-7795-B08C-B4CB-0DCB655B26DF}"/>
          </ac:picMkLst>
        </pc:picChg>
        <pc:picChg chg="del">
          <ac:chgData name="Hui, Humphrey Hin Ching" userId="9a5f6a76-c9de-4fca-8c32-bace47f6e309" providerId="ADAL" clId="{3FE0BAD6-3909-5B71-81A6-EB3B535F1CA1}" dt="2025-10-28T17:24:59.591" v="464" actId="478"/>
          <ac:picMkLst>
            <pc:docMk/>
            <pc:sldMk cId="1646962413" sldId="264"/>
            <ac:picMk id="78" creationId="{9D67147A-C27D-A849-B5F9-D5BB696B994E}"/>
          </ac:picMkLst>
        </pc:picChg>
        <pc:cxnChg chg="add mod">
          <ac:chgData name="Hui, Humphrey Hin Ching" userId="9a5f6a76-c9de-4fca-8c32-bace47f6e309" providerId="ADAL" clId="{3FE0BAD6-3909-5B71-81A6-EB3B535F1CA1}" dt="2025-10-28T19:41:23.941" v="1115" actId="12788"/>
          <ac:cxnSpMkLst>
            <pc:docMk/>
            <pc:sldMk cId="1646962413" sldId="264"/>
            <ac:cxnSpMk id="15" creationId="{6D3B657F-C2BB-C19F-6562-893C276635C3}"/>
          </ac:cxnSpMkLst>
        </pc:cxnChg>
        <pc:cxnChg chg="add mod">
          <ac:chgData name="Hui, Humphrey Hin Ching" userId="9a5f6a76-c9de-4fca-8c32-bace47f6e309" providerId="ADAL" clId="{3FE0BAD6-3909-5B71-81A6-EB3B535F1CA1}" dt="2025-10-28T19:43:24.067" v="1164" actId="693"/>
          <ac:cxnSpMkLst>
            <pc:docMk/>
            <pc:sldMk cId="1646962413" sldId="264"/>
            <ac:cxnSpMk id="34" creationId="{43AE8FE7-5179-4C75-F82F-BCD36B679856}"/>
          </ac:cxnSpMkLst>
        </pc:cxnChg>
        <pc:cxnChg chg="del mod">
          <ac:chgData name="Hui, Humphrey Hin Ching" userId="9a5f6a76-c9de-4fca-8c32-bace47f6e309" providerId="ADAL" clId="{3FE0BAD6-3909-5B71-81A6-EB3B535F1CA1}" dt="2025-10-28T19:31:56.773" v="641" actId="478"/>
          <ac:cxnSpMkLst>
            <pc:docMk/>
            <pc:sldMk cId="1646962413" sldId="264"/>
            <ac:cxnSpMk id="38" creationId="{315F067B-526D-C0EA-4328-17BE188FACC8}"/>
          </ac:cxnSpMkLst>
        </pc:cxnChg>
        <pc:cxnChg chg="del">
          <ac:chgData name="Hui, Humphrey Hin Ching" userId="9a5f6a76-c9de-4fca-8c32-bace47f6e309" providerId="ADAL" clId="{3FE0BAD6-3909-5B71-81A6-EB3B535F1CA1}" dt="2025-10-28T17:25:04.639" v="465" actId="478"/>
          <ac:cxnSpMkLst>
            <pc:docMk/>
            <pc:sldMk cId="1646962413" sldId="264"/>
            <ac:cxnSpMk id="40" creationId="{CBC8D93F-4C10-778E-088E-3A47647C50B0}"/>
          </ac:cxnSpMkLst>
        </pc:cxnChg>
        <pc:cxnChg chg="del">
          <ac:chgData name="Hui, Humphrey Hin Ching" userId="9a5f6a76-c9de-4fca-8c32-bace47f6e309" providerId="ADAL" clId="{3FE0BAD6-3909-5B71-81A6-EB3B535F1CA1}" dt="2025-10-28T17:25:04.639" v="465" actId="478"/>
          <ac:cxnSpMkLst>
            <pc:docMk/>
            <pc:sldMk cId="1646962413" sldId="264"/>
            <ac:cxnSpMk id="43" creationId="{D44981D9-B3D6-AD32-6688-CE136C21DFF0}"/>
          </ac:cxnSpMkLst>
        </pc:cxnChg>
        <pc:cxnChg chg="del">
          <ac:chgData name="Hui, Humphrey Hin Ching" userId="9a5f6a76-c9de-4fca-8c32-bace47f6e309" providerId="ADAL" clId="{3FE0BAD6-3909-5B71-81A6-EB3B535F1CA1}" dt="2025-10-28T17:25:04.639" v="465" actId="478"/>
          <ac:cxnSpMkLst>
            <pc:docMk/>
            <pc:sldMk cId="1646962413" sldId="264"/>
            <ac:cxnSpMk id="44" creationId="{FB30AD96-686C-CD2A-5A5D-1E4D22510C72}"/>
          </ac:cxnSpMkLst>
        </pc:cxnChg>
        <pc:cxnChg chg="del">
          <ac:chgData name="Hui, Humphrey Hin Ching" userId="9a5f6a76-c9de-4fca-8c32-bace47f6e309" providerId="ADAL" clId="{3FE0BAD6-3909-5B71-81A6-EB3B535F1CA1}" dt="2025-10-28T17:25:04.639" v="465" actId="478"/>
          <ac:cxnSpMkLst>
            <pc:docMk/>
            <pc:sldMk cId="1646962413" sldId="264"/>
            <ac:cxnSpMk id="49" creationId="{0F850DCA-1AFF-FA2F-5848-2F8C145F8747}"/>
          </ac:cxnSpMkLst>
        </pc:cxnChg>
        <pc:cxnChg chg="del">
          <ac:chgData name="Hui, Humphrey Hin Ching" userId="9a5f6a76-c9de-4fca-8c32-bace47f6e309" providerId="ADAL" clId="{3FE0BAD6-3909-5B71-81A6-EB3B535F1CA1}" dt="2025-10-28T17:25:04.639" v="465" actId="478"/>
          <ac:cxnSpMkLst>
            <pc:docMk/>
            <pc:sldMk cId="1646962413" sldId="264"/>
            <ac:cxnSpMk id="52" creationId="{6EF65AD2-AAD8-9757-8101-3AA886C0A2CA}"/>
          </ac:cxnSpMkLst>
        </pc:cxnChg>
        <pc:cxnChg chg="del">
          <ac:chgData name="Hui, Humphrey Hin Ching" userId="9a5f6a76-c9de-4fca-8c32-bace47f6e309" providerId="ADAL" clId="{3FE0BAD6-3909-5B71-81A6-EB3B535F1CA1}" dt="2025-10-28T17:25:04.639" v="465" actId="478"/>
          <ac:cxnSpMkLst>
            <pc:docMk/>
            <pc:sldMk cId="1646962413" sldId="264"/>
            <ac:cxnSpMk id="56" creationId="{86A6FD29-F406-7212-BDFC-C676D747D44A}"/>
          </ac:cxnSpMkLst>
        </pc:cxnChg>
        <pc:cxnChg chg="del mod">
          <ac:chgData name="Hui, Humphrey Hin Ching" userId="9a5f6a76-c9de-4fca-8c32-bace47f6e309" providerId="ADAL" clId="{3FE0BAD6-3909-5B71-81A6-EB3B535F1CA1}" dt="2025-10-28T17:25:15.980" v="468" actId="478"/>
          <ac:cxnSpMkLst>
            <pc:docMk/>
            <pc:sldMk cId="1646962413" sldId="264"/>
            <ac:cxnSpMk id="59" creationId="{6EA421B4-1E96-4477-BB88-8131B3746DB6}"/>
          </ac:cxnSpMkLst>
        </pc:cxnChg>
        <pc:cxnChg chg="del mod">
          <ac:chgData name="Hui, Humphrey Hin Ching" userId="9a5f6a76-c9de-4fca-8c32-bace47f6e309" providerId="ADAL" clId="{3FE0BAD6-3909-5B71-81A6-EB3B535F1CA1}" dt="2025-10-28T17:25:09.531" v="467" actId="478"/>
          <ac:cxnSpMkLst>
            <pc:docMk/>
            <pc:sldMk cId="1646962413" sldId="264"/>
            <ac:cxnSpMk id="61" creationId="{3514AA32-6BEE-A10B-8D32-5E14A44C11B4}"/>
          </ac:cxnSpMkLst>
        </pc:cxnChg>
        <pc:cxnChg chg="del mod">
          <ac:chgData name="Hui, Humphrey Hin Ching" userId="9a5f6a76-c9de-4fca-8c32-bace47f6e309" providerId="ADAL" clId="{3FE0BAD6-3909-5B71-81A6-EB3B535F1CA1}" dt="2025-10-28T17:25:15.980" v="468" actId="478"/>
          <ac:cxnSpMkLst>
            <pc:docMk/>
            <pc:sldMk cId="1646962413" sldId="264"/>
            <ac:cxnSpMk id="79" creationId="{78676C1A-75C9-2263-BA5A-A3507D8EA312}"/>
          </ac:cxnSpMkLst>
        </pc:cxnChg>
      </pc:sldChg>
      <pc:sldChg chg="addSp delSp modSp add del mod">
        <pc:chgData name="Hui, Humphrey Hin Ching" userId="9a5f6a76-c9de-4fca-8c32-bace47f6e309" providerId="ADAL" clId="{3FE0BAD6-3909-5B71-81A6-EB3B535F1CA1}" dt="2025-10-28T22:26:43.463" v="2357" actId="2696"/>
        <pc:sldMkLst>
          <pc:docMk/>
          <pc:sldMk cId="2718116052" sldId="265"/>
        </pc:sldMkLst>
        <pc:spChg chg="add mod">
          <ac:chgData name="Hui, Humphrey Hin Ching" userId="9a5f6a76-c9de-4fca-8c32-bace47f6e309" providerId="ADAL" clId="{3FE0BAD6-3909-5B71-81A6-EB3B535F1CA1}" dt="2025-10-28T21:50:18.126" v="1867" actId="1076"/>
          <ac:spMkLst>
            <pc:docMk/>
            <pc:sldMk cId="2718116052" sldId="265"/>
            <ac:spMk id="12" creationId="{E95AFE32-EC49-E152-F6A4-45D9ED9700EC}"/>
          </ac:spMkLst>
        </pc:spChg>
        <pc:spChg chg="mod">
          <ac:chgData name="Hui, Humphrey Hin Ching" userId="9a5f6a76-c9de-4fca-8c32-bace47f6e309" providerId="ADAL" clId="{3FE0BAD6-3909-5B71-81A6-EB3B535F1CA1}" dt="2025-10-28T21:29:40.452" v="1655" actId="20577"/>
          <ac:spMkLst>
            <pc:docMk/>
            <pc:sldMk cId="2718116052" sldId="265"/>
            <ac:spMk id="14" creationId="{F1805949-9B87-314F-8E16-D443A10A90D6}"/>
          </ac:spMkLst>
        </pc:spChg>
        <pc:spChg chg="add mod">
          <ac:chgData name="Hui, Humphrey Hin Ching" userId="9a5f6a76-c9de-4fca-8c32-bace47f6e309" providerId="ADAL" clId="{3FE0BAD6-3909-5B71-81A6-EB3B535F1CA1}" dt="2025-10-28T21:51:56.021" v="1930" actId="1076"/>
          <ac:spMkLst>
            <pc:docMk/>
            <pc:sldMk cId="2718116052" sldId="265"/>
            <ac:spMk id="15" creationId="{F5E87C36-EA7D-B0B9-9999-FB6941AD835C}"/>
          </ac:spMkLst>
        </pc:spChg>
        <pc:spChg chg="mod">
          <ac:chgData name="Hui, Humphrey Hin Ching" userId="9a5f6a76-c9de-4fca-8c32-bace47f6e309" providerId="ADAL" clId="{3FE0BAD6-3909-5B71-81A6-EB3B535F1CA1}" dt="2025-10-28T22:25:05.148" v="2314" actId="20577"/>
          <ac:spMkLst>
            <pc:docMk/>
            <pc:sldMk cId="2718116052" sldId="265"/>
            <ac:spMk id="16" creationId="{50AA1237-04F6-1327-BB5D-EB04AC1FE916}"/>
          </ac:spMkLst>
        </pc:spChg>
        <pc:spChg chg="mod">
          <ac:chgData name="Hui, Humphrey Hin Ching" userId="9a5f6a76-c9de-4fca-8c32-bace47f6e309" providerId="ADAL" clId="{3FE0BAD6-3909-5B71-81A6-EB3B535F1CA1}" dt="2025-10-28T21:49:13.504" v="1794" actId="20577"/>
          <ac:spMkLst>
            <pc:docMk/>
            <pc:sldMk cId="2718116052" sldId="265"/>
            <ac:spMk id="22" creationId="{6AFFA42A-3162-DAAF-C842-FD92DC3186DD}"/>
          </ac:spMkLst>
        </pc:spChg>
        <pc:picChg chg="add mod">
          <ac:chgData name="Hui, Humphrey Hin Ching" userId="9a5f6a76-c9de-4fca-8c32-bace47f6e309" providerId="ADAL" clId="{3FE0BAD6-3909-5B71-81A6-EB3B535F1CA1}" dt="2025-10-28T21:51:49.952" v="1929" actId="1076"/>
          <ac:picMkLst>
            <pc:docMk/>
            <pc:sldMk cId="2718116052" sldId="265"/>
            <ac:picMk id="18" creationId="{6F289ED7-9E9B-D082-356E-F04EA309AF8C}"/>
          </ac:picMkLst>
        </pc:picChg>
        <pc:picChg chg="add mod modCrop">
          <ac:chgData name="Hui, Humphrey Hin Ching" userId="9a5f6a76-c9de-4fca-8c32-bace47f6e309" providerId="ADAL" clId="{3FE0BAD6-3909-5B71-81A6-EB3B535F1CA1}" dt="2025-10-28T22:17:45.058" v="2223" actId="14826"/>
          <ac:picMkLst>
            <pc:docMk/>
            <pc:sldMk cId="2718116052" sldId="265"/>
            <ac:picMk id="20" creationId="{87CE4EA9-C72B-8BE4-55A1-321D4B87A85A}"/>
          </ac:picMkLst>
        </pc:picChg>
        <pc:picChg chg="add del mod">
          <ac:chgData name="Hui, Humphrey Hin Ching" userId="9a5f6a76-c9de-4fca-8c32-bace47f6e309" providerId="ADAL" clId="{3FE0BAD6-3909-5B71-81A6-EB3B535F1CA1}" dt="2025-10-28T22:16:22.516" v="2215" actId="478"/>
          <ac:picMkLst>
            <pc:docMk/>
            <pc:sldMk cId="2718116052" sldId="265"/>
            <ac:picMk id="24" creationId="{A75829D4-1AFF-FCB6-ECEA-217EBD926E08}"/>
          </ac:picMkLst>
        </pc:picChg>
        <pc:picChg chg="add del mod">
          <ac:chgData name="Hui, Humphrey Hin Ching" userId="9a5f6a76-c9de-4fca-8c32-bace47f6e309" providerId="ADAL" clId="{3FE0BAD6-3909-5B71-81A6-EB3B535F1CA1}" dt="2025-10-28T22:17:49.447" v="2224" actId="478"/>
          <ac:picMkLst>
            <pc:docMk/>
            <pc:sldMk cId="2718116052" sldId="265"/>
            <ac:picMk id="30" creationId="{C1C8BDCD-A343-FB22-7BDF-11CEB000B7F1}"/>
          </ac:picMkLst>
        </pc:picChg>
      </pc:sldChg>
      <pc:sldChg chg="addSp delSp modSp add mod ord">
        <pc:chgData name="Hui, Humphrey Hin Ching" userId="9a5f6a76-c9de-4fca-8c32-bace47f6e309" providerId="ADAL" clId="{3FE0BAD6-3909-5B71-81A6-EB3B535F1CA1}" dt="2025-10-28T23:36:06.865" v="2758" actId="12789"/>
        <pc:sldMkLst>
          <pc:docMk/>
          <pc:sldMk cId="2755221898" sldId="266"/>
        </pc:sldMkLst>
        <pc:spChg chg="add mod">
          <ac:chgData name="Hui, Humphrey Hin Ching" userId="9a5f6a76-c9de-4fca-8c32-bace47f6e309" providerId="ADAL" clId="{3FE0BAD6-3909-5B71-81A6-EB3B535F1CA1}" dt="2025-10-28T23:36:06.865" v="2758" actId="12789"/>
          <ac:spMkLst>
            <pc:docMk/>
            <pc:sldMk cId="2755221898" sldId="266"/>
            <ac:spMk id="12" creationId="{34F117F1-997F-C78F-00AD-A8EF2026C7CF}"/>
          </ac:spMkLst>
        </pc:spChg>
        <pc:spChg chg="mod">
          <ac:chgData name="Hui, Humphrey Hin Ching" userId="9a5f6a76-c9de-4fca-8c32-bace47f6e309" providerId="ADAL" clId="{3FE0BAD6-3909-5B71-81A6-EB3B535F1CA1}" dt="2025-10-28T22:33:55.959" v="2525" actId="408"/>
          <ac:spMkLst>
            <pc:docMk/>
            <pc:sldMk cId="2755221898" sldId="266"/>
            <ac:spMk id="14" creationId="{F0C984C1-FB9A-6C30-8452-9772091B10FF}"/>
          </ac:spMkLst>
        </pc:spChg>
        <pc:spChg chg="add mod">
          <ac:chgData name="Hui, Humphrey Hin Ching" userId="9a5f6a76-c9de-4fca-8c32-bace47f6e309" providerId="ADAL" clId="{3FE0BAD6-3909-5B71-81A6-EB3B535F1CA1}" dt="2025-10-28T23:36:06.865" v="2758" actId="12789"/>
          <ac:spMkLst>
            <pc:docMk/>
            <pc:sldMk cId="2755221898" sldId="266"/>
            <ac:spMk id="15" creationId="{57FEFE28-B34D-815E-302A-C6A7CB0B32F1}"/>
          </ac:spMkLst>
        </pc:spChg>
        <pc:spChg chg="mod">
          <ac:chgData name="Hui, Humphrey Hin Ching" userId="9a5f6a76-c9de-4fca-8c32-bace47f6e309" providerId="ADAL" clId="{3FE0BAD6-3909-5B71-81A6-EB3B535F1CA1}" dt="2025-10-28T22:25:33.006" v="2343" actId="20577"/>
          <ac:spMkLst>
            <pc:docMk/>
            <pc:sldMk cId="2755221898" sldId="266"/>
            <ac:spMk id="16" creationId="{4E6C8A74-93A9-122A-3792-333861BE8A7B}"/>
          </ac:spMkLst>
        </pc:spChg>
        <pc:spChg chg="del mod">
          <ac:chgData name="Hui, Humphrey Hin Ching" userId="9a5f6a76-c9de-4fca-8c32-bace47f6e309" providerId="ADAL" clId="{3FE0BAD6-3909-5B71-81A6-EB3B535F1CA1}" dt="2025-10-28T23:35:45.635" v="2754" actId="478"/>
          <ac:spMkLst>
            <pc:docMk/>
            <pc:sldMk cId="2755221898" sldId="266"/>
            <ac:spMk id="19" creationId="{61990AA9-DA0D-145E-5000-A4700254A11D}"/>
          </ac:spMkLst>
        </pc:spChg>
        <pc:spChg chg="mod">
          <ac:chgData name="Hui, Humphrey Hin Ching" userId="9a5f6a76-c9de-4fca-8c32-bace47f6e309" providerId="ADAL" clId="{3FE0BAD6-3909-5B71-81A6-EB3B535F1CA1}" dt="2025-10-28T22:35:43.828" v="2552" actId="20577"/>
          <ac:spMkLst>
            <pc:docMk/>
            <pc:sldMk cId="2755221898" sldId="266"/>
            <ac:spMk id="22" creationId="{66B83AC0-07AD-C61A-015C-9B5D6CCBA221}"/>
          </ac:spMkLst>
        </pc:spChg>
        <pc:spChg chg="mod">
          <ac:chgData name="Hui, Humphrey Hin Ching" userId="9a5f6a76-c9de-4fca-8c32-bace47f6e309" providerId="ADAL" clId="{3FE0BAD6-3909-5B71-81A6-EB3B535F1CA1}" dt="2025-10-28T22:36:05.710" v="2594" actId="20577"/>
          <ac:spMkLst>
            <pc:docMk/>
            <pc:sldMk cId="2755221898" sldId="266"/>
            <ac:spMk id="23" creationId="{888FCF24-B634-B724-02A3-E036E7995A38}"/>
          </ac:spMkLst>
        </pc:spChg>
        <pc:spChg chg="mod">
          <ac:chgData name="Hui, Humphrey Hin Ching" userId="9a5f6a76-c9de-4fca-8c32-bace47f6e309" providerId="ADAL" clId="{3FE0BAD6-3909-5B71-81A6-EB3B535F1CA1}" dt="2025-10-28T22:37:18.071" v="2670" actId="20577"/>
          <ac:spMkLst>
            <pc:docMk/>
            <pc:sldMk cId="2755221898" sldId="266"/>
            <ac:spMk id="24" creationId="{4C651F0A-6491-6DEE-EF44-9ED0DE613DD9}"/>
          </ac:spMkLst>
        </pc:spChg>
        <pc:picChg chg="mod">
          <ac:chgData name="Hui, Humphrey Hin Ching" userId="9a5f6a76-c9de-4fca-8c32-bace47f6e309" providerId="ADAL" clId="{3FE0BAD6-3909-5B71-81A6-EB3B535F1CA1}" dt="2025-10-28T22:33:55.959" v="2525" actId="408"/>
          <ac:picMkLst>
            <pc:docMk/>
            <pc:sldMk cId="2755221898" sldId="266"/>
            <ac:picMk id="21" creationId="{16B63EDC-5D43-79B4-0381-2F4EF27B208F}"/>
          </ac:picMkLst>
        </pc:picChg>
        <pc:picChg chg="mod">
          <ac:chgData name="Hui, Humphrey Hin Ching" userId="9a5f6a76-c9de-4fca-8c32-bace47f6e309" providerId="ADAL" clId="{3FE0BAD6-3909-5B71-81A6-EB3B535F1CA1}" dt="2025-10-28T22:24:28.265" v="2289" actId="14826"/>
          <ac:picMkLst>
            <pc:docMk/>
            <pc:sldMk cId="2755221898" sldId="266"/>
            <ac:picMk id="30" creationId="{F83420E6-4A4E-DA0C-BF92-1B2D2904B3DA}"/>
          </ac:picMkLst>
        </pc:picChg>
        <pc:picChg chg="mod">
          <ac:chgData name="Hui, Humphrey Hin Ching" userId="9a5f6a76-c9de-4fca-8c32-bace47f6e309" providerId="ADAL" clId="{3FE0BAD6-3909-5B71-81A6-EB3B535F1CA1}" dt="2025-10-28T22:24:19.661" v="2288" actId="14826"/>
          <ac:picMkLst>
            <pc:docMk/>
            <pc:sldMk cId="2755221898" sldId="266"/>
            <ac:picMk id="34" creationId="{83973FB9-D5E7-F62D-161F-FD3A9A66D554}"/>
          </ac:picMkLst>
        </pc:picChg>
      </pc:sldChg>
      <pc:sldChg chg="addSp delSp modSp add del mod">
        <pc:chgData name="Hui, Humphrey Hin Ching" userId="9a5f6a76-c9de-4fca-8c32-bace47f6e309" providerId="ADAL" clId="{3FE0BAD6-3909-5B71-81A6-EB3B535F1CA1}" dt="2025-10-28T21:58:07.319" v="2173" actId="2696"/>
        <pc:sldMkLst>
          <pc:docMk/>
          <pc:sldMk cId="2897893491" sldId="266"/>
        </pc:sldMkLst>
        <pc:spChg chg="del">
          <ac:chgData name="Hui, Humphrey Hin Ching" userId="9a5f6a76-c9de-4fca-8c32-bace47f6e309" providerId="ADAL" clId="{3FE0BAD6-3909-5B71-81A6-EB3B535F1CA1}" dt="2025-10-28T21:54:02.677" v="1962" actId="478"/>
          <ac:spMkLst>
            <pc:docMk/>
            <pc:sldMk cId="2897893491" sldId="266"/>
            <ac:spMk id="12" creationId="{C502C59C-4BFB-F796-8D51-20A2338CDF10}"/>
          </ac:spMkLst>
        </pc:spChg>
        <pc:spChg chg="mod">
          <ac:chgData name="Hui, Humphrey Hin Ching" userId="9a5f6a76-c9de-4fca-8c32-bace47f6e309" providerId="ADAL" clId="{3FE0BAD6-3909-5B71-81A6-EB3B535F1CA1}" dt="2025-10-28T21:54:10.704" v="1978" actId="14100"/>
          <ac:spMkLst>
            <pc:docMk/>
            <pc:sldMk cId="2897893491" sldId="266"/>
            <ac:spMk id="14" creationId="{CE0E8337-2741-D4BF-0661-E96D1152E5D2}"/>
          </ac:spMkLst>
        </pc:spChg>
        <pc:spChg chg="del">
          <ac:chgData name="Hui, Humphrey Hin Ching" userId="9a5f6a76-c9de-4fca-8c32-bace47f6e309" providerId="ADAL" clId="{3FE0BAD6-3909-5B71-81A6-EB3B535F1CA1}" dt="2025-10-28T21:54:02.677" v="1962" actId="478"/>
          <ac:spMkLst>
            <pc:docMk/>
            <pc:sldMk cId="2897893491" sldId="266"/>
            <ac:spMk id="15" creationId="{FF0E67C3-94C1-5854-8CD5-25796E1C927C}"/>
          </ac:spMkLst>
        </pc:spChg>
        <pc:spChg chg="del">
          <ac:chgData name="Hui, Humphrey Hin Ching" userId="9a5f6a76-c9de-4fca-8c32-bace47f6e309" providerId="ADAL" clId="{3FE0BAD6-3909-5B71-81A6-EB3B535F1CA1}" dt="2025-10-28T21:54:02.677" v="1962" actId="478"/>
          <ac:spMkLst>
            <pc:docMk/>
            <pc:sldMk cId="2897893491" sldId="266"/>
            <ac:spMk id="16" creationId="{8768E278-D377-B5A0-A078-F73BE6942368}"/>
          </ac:spMkLst>
        </pc:spChg>
        <pc:spChg chg="add mod">
          <ac:chgData name="Hui, Humphrey Hin Ching" userId="9a5f6a76-c9de-4fca-8c32-bace47f6e309" providerId="ADAL" clId="{3FE0BAD6-3909-5B71-81A6-EB3B535F1CA1}" dt="2025-10-28T21:57:52.114" v="2172" actId="14100"/>
          <ac:spMkLst>
            <pc:docMk/>
            <pc:sldMk cId="2897893491" sldId="266"/>
            <ac:spMk id="17" creationId="{3C865B71-456C-F462-C4B3-3A07262615CC}"/>
          </ac:spMkLst>
        </pc:spChg>
        <pc:spChg chg="del">
          <ac:chgData name="Hui, Humphrey Hin Ching" userId="9a5f6a76-c9de-4fca-8c32-bace47f6e309" providerId="ADAL" clId="{3FE0BAD6-3909-5B71-81A6-EB3B535F1CA1}" dt="2025-10-28T21:54:02.677" v="1962" actId="478"/>
          <ac:spMkLst>
            <pc:docMk/>
            <pc:sldMk cId="2897893491" sldId="266"/>
            <ac:spMk id="19" creationId="{72CF9873-8E00-6D2D-B48A-D9DAF0A474C2}"/>
          </ac:spMkLst>
        </pc:spChg>
        <pc:spChg chg="del">
          <ac:chgData name="Hui, Humphrey Hin Ching" userId="9a5f6a76-c9de-4fca-8c32-bace47f6e309" providerId="ADAL" clId="{3FE0BAD6-3909-5B71-81A6-EB3B535F1CA1}" dt="2025-10-28T21:54:02.677" v="1962" actId="478"/>
          <ac:spMkLst>
            <pc:docMk/>
            <pc:sldMk cId="2897893491" sldId="266"/>
            <ac:spMk id="22" creationId="{1A356386-F9C3-9690-E200-967B29ABDA92}"/>
          </ac:spMkLst>
        </pc:spChg>
        <pc:picChg chg="del">
          <ac:chgData name="Hui, Humphrey Hin Ching" userId="9a5f6a76-c9de-4fca-8c32-bace47f6e309" providerId="ADAL" clId="{3FE0BAD6-3909-5B71-81A6-EB3B535F1CA1}" dt="2025-10-28T21:54:02.677" v="1962" actId="478"/>
          <ac:picMkLst>
            <pc:docMk/>
            <pc:sldMk cId="2897893491" sldId="266"/>
            <ac:picMk id="18" creationId="{F22B9232-7D1A-BA4C-6583-D79F858FB814}"/>
          </ac:picMkLst>
        </pc:picChg>
        <pc:picChg chg="del">
          <ac:chgData name="Hui, Humphrey Hin Ching" userId="9a5f6a76-c9de-4fca-8c32-bace47f6e309" providerId="ADAL" clId="{3FE0BAD6-3909-5B71-81A6-EB3B535F1CA1}" dt="2025-10-28T21:54:02.677" v="1962" actId="478"/>
          <ac:picMkLst>
            <pc:docMk/>
            <pc:sldMk cId="2897893491" sldId="266"/>
            <ac:picMk id="21" creationId="{1FEADC3F-834F-9B96-EE3B-8DA0D388D711}"/>
          </ac:picMkLst>
        </pc:picChg>
      </pc:sldChg>
    </pc:docChg>
  </pc:docChgLst>
  <pc:docChgLst>
    <pc:chgData name="Bailey, Joseph" userId="S::jb87575@eid.utexas.edu::a4c9f5ec-fb29-400e-9c04-9d1265730c5a" providerId="AD" clId="Web-{08E6D160-E049-8C64-610F-030D6A907812}"/>
    <pc:docChg chg="modSld">
      <pc:chgData name="Bailey, Joseph" userId="S::jb87575@eid.utexas.edu::a4c9f5ec-fb29-400e-9c04-9d1265730c5a" providerId="AD" clId="Web-{08E6D160-E049-8C64-610F-030D6A907812}" dt="2025-10-29T01:37:01.473" v="293" actId="20577"/>
      <pc:docMkLst>
        <pc:docMk/>
      </pc:docMkLst>
      <pc:sldChg chg="modSp">
        <pc:chgData name="Bailey, Joseph" userId="S::jb87575@eid.utexas.edu::a4c9f5ec-fb29-400e-9c04-9d1265730c5a" providerId="AD" clId="Web-{08E6D160-E049-8C64-610F-030D6A907812}" dt="2025-10-28T22:42:26.814" v="290" actId="20577"/>
        <pc:sldMkLst>
          <pc:docMk/>
          <pc:sldMk cId="1074652986" sldId="261"/>
        </pc:sldMkLst>
        <pc:spChg chg="mod">
          <ac:chgData name="Bailey, Joseph" userId="S::jb87575@eid.utexas.edu::a4c9f5ec-fb29-400e-9c04-9d1265730c5a" providerId="AD" clId="Web-{08E6D160-E049-8C64-610F-030D6A907812}" dt="2025-10-28T22:42:26.814" v="290" actId="20577"/>
          <ac:spMkLst>
            <pc:docMk/>
            <pc:sldMk cId="1074652986" sldId="261"/>
            <ac:spMk id="24" creationId="{740D6FF7-FBB8-DBD0-E1D1-A0B6DC66B4D6}"/>
          </ac:spMkLst>
        </pc:spChg>
      </pc:sldChg>
      <pc:sldChg chg="modSp">
        <pc:chgData name="Bailey, Joseph" userId="S::jb87575@eid.utexas.edu::a4c9f5ec-fb29-400e-9c04-9d1265730c5a" providerId="AD" clId="Web-{08E6D160-E049-8C64-610F-030D6A907812}" dt="2025-10-29T01:37:01.473" v="293" actId="20577"/>
        <pc:sldMkLst>
          <pc:docMk/>
          <pc:sldMk cId="1646962413" sldId="264"/>
        </pc:sldMkLst>
        <pc:spChg chg="mod">
          <ac:chgData name="Bailey, Joseph" userId="S::jb87575@eid.utexas.edu::a4c9f5ec-fb29-400e-9c04-9d1265730c5a" providerId="AD" clId="Web-{08E6D160-E049-8C64-610F-030D6A907812}" dt="2025-10-28T22:34:33.597" v="287" actId="20577"/>
          <ac:spMkLst>
            <pc:docMk/>
            <pc:sldMk cId="1646962413" sldId="264"/>
            <ac:spMk id="23" creationId="{F61640C7-BE15-9D51-FC91-EED58168128A}"/>
          </ac:spMkLst>
        </pc:spChg>
        <pc:spChg chg="mod">
          <ac:chgData name="Bailey, Joseph" userId="S::jb87575@eid.utexas.edu::a4c9f5ec-fb29-400e-9c04-9d1265730c5a" providerId="AD" clId="Web-{08E6D160-E049-8C64-610F-030D6A907812}" dt="2025-10-29T01:37:01.473" v="293" actId="20577"/>
          <ac:spMkLst>
            <pc:docMk/>
            <pc:sldMk cId="1646962413" sldId="264"/>
            <ac:spMk id="69" creationId="{17217D8C-F4EC-D7E6-4365-BF27279B5E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86E77-C933-2440-A586-690164C243EA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C1FC1-CECA-BC48-A8A0-5906A374A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4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Heres</a:t>
            </a:r>
            <a:r>
              <a:rPr lang="en-US"/>
              <a:t> what we used the data sources for. </a:t>
            </a:r>
          </a:p>
          <a:p>
            <a:endParaRPr lang="en-US"/>
          </a:p>
          <a:p>
            <a:endParaRPr lang="en-US"/>
          </a:p>
          <a:p>
            <a:r>
              <a:rPr lang="en-US" b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categories = 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grocery_or_supermarket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'pharmacy'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'hospital'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'doctor'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'dentist'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veterinary_care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'restaurant'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'cafe'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'bar'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'gym'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'park'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'spa'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shopping_mall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convenience_store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transit_station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bus_station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subway_station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gas_station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movie_theater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'museum'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'library'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night_club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'school'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'university'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'bank'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'atm'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post_office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'laundry'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'police'</a:t>
            </a:r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fire_station</a:t>
            </a:r>
            <a:r>
              <a:rPr lang="en-US" b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US" b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C1FC1-CECA-BC48-A8A0-5906A374AA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44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processing we did on these data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C1FC1-CECA-BC48-A8A0-5906A374AA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6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final_score</a:t>
            </a:r>
            <a:r>
              <a:rPr lang="en-US"/>
              <a:t> = (sentiment × 0.4) + (distance × 0.3) + (amenities × 0.3)</a:t>
            </a:r>
          </a:p>
          <a:p>
            <a:r>
              <a:rPr lang="en-US"/>
              <a:t>```</a:t>
            </a:r>
          </a:p>
          <a:p>
            <a:endParaRPr lang="en-US"/>
          </a:p>
          <a:p>
            <a:r>
              <a:rPr lang="en-US"/>
              <a:t>The weights are customizable, but default to 40% sentiment, 30% distance, 30% amenities.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 **Component 1: Sentiment Score (0-100)**</a:t>
            </a:r>
          </a:p>
          <a:p>
            <a:endParaRPr lang="en-US"/>
          </a:p>
          <a:p>
            <a:r>
              <a:rPr lang="en-US"/>
              <a:t>**Source:** Average Reddit sentiment for the apartment's neighborhood</a:t>
            </a:r>
          </a:p>
          <a:p>
            <a:endParaRPr lang="en-US"/>
          </a:p>
          <a:p>
            <a:r>
              <a:rPr lang="en-US"/>
              <a:t>**How it works:**</a:t>
            </a:r>
          </a:p>
          <a:p>
            <a:r>
              <a:rPr lang="en-US"/>
              <a:t>1. Reddit posts are grouped by neighborhood</a:t>
            </a:r>
          </a:p>
          <a:p>
            <a:r>
              <a:rPr lang="en-US"/>
              <a:t>2. Average sentiment is calculated per neighborhood</a:t>
            </a:r>
          </a:p>
          <a:p>
            <a:r>
              <a:rPr lang="en-US"/>
              <a:t>3. This average is joined to apartments based on their `</a:t>
            </a:r>
            <a:r>
              <a:rPr lang="en-US" err="1"/>
              <a:t>neighborhood_group</a:t>
            </a:r>
            <a:r>
              <a:rPr lang="en-US"/>
              <a:t>`</a:t>
            </a:r>
          </a:p>
          <a:p>
            <a:r>
              <a:rPr lang="en-US"/>
              <a:t>4. Normalized to 0-100 scale (if originally -1 to 1, etc.)</a:t>
            </a:r>
          </a:p>
          <a:p>
            <a:r>
              <a:rPr lang="en-US"/>
              <a:t>5. Missing values default to 50 (neutral)</a:t>
            </a:r>
          </a:p>
          <a:p>
            <a:endParaRPr lang="en-US"/>
          </a:p>
          <a:p>
            <a:r>
              <a:rPr lang="en-US"/>
              <a:t>**Example:**</a:t>
            </a:r>
          </a:p>
          <a:p>
            <a:r>
              <a:rPr lang="en-US"/>
              <a:t>- Hyde Park neighborhood has average sentiment of 0.6 (on -1 to 1 scale)</a:t>
            </a:r>
          </a:p>
          <a:p>
            <a:r>
              <a:rPr lang="en-US"/>
              <a:t>- Normalized: `((0.6 + 1) / 2) * 100 = 80`</a:t>
            </a:r>
          </a:p>
          <a:p>
            <a:r>
              <a:rPr lang="en-US"/>
              <a:t>- All Hyde Park apartments get </a:t>
            </a:r>
            <a:r>
              <a:rPr lang="en-US" err="1"/>
              <a:t>sentiment_score</a:t>
            </a:r>
            <a:r>
              <a:rPr lang="en-US"/>
              <a:t> = 80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 **Component 2: Distance Score (0-100)**</a:t>
            </a:r>
          </a:p>
          <a:p>
            <a:endParaRPr lang="en-US"/>
          </a:p>
          <a:p>
            <a:r>
              <a:rPr lang="en-US"/>
              <a:t>**Formula:** `(</a:t>
            </a:r>
            <a:r>
              <a:rPr lang="en-US" err="1"/>
              <a:t>max_distance</a:t>
            </a:r>
            <a:r>
              <a:rPr lang="en-US"/>
              <a:t> - </a:t>
            </a:r>
            <a:r>
              <a:rPr lang="en-US" err="1"/>
              <a:t>actual_distance</a:t>
            </a:r>
            <a:r>
              <a:rPr lang="en-US"/>
              <a:t>) / </a:t>
            </a:r>
            <a:r>
              <a:rPr lang="en-US" err="1"/>
              <a:t>max_distance</a:t>
            </a:r>
            <a:r>
              <a:rPr lang="en-US"/>
              <a:t> × 100`</a:t>
            </a:r>
          </a:p>
          <a:p>
            <a:endParaRPr lang="en-US"/>
          </a:p>
          <a:p>
            <a:r>
              <a:rPr lang="en-US"/>
              <a:t>**How it works:**</a:t>
            </a:r>
          </a:p>
          <a:p>
            <a:r>
              <a:rPr lang="en-US"/>
              <a:t>- Closer apartments score higher</a:t>
            </a:r>
          </a:p>
          <a:p>
            <a:r>
              <a:rPr lang="en-US"/>
              <a:t>- Linear decay from your chosen location</a:t>
            </a:r>
          </a:p>
          <a:p>
            <a:r>
              <a:rPr lang="en-US"/>
              <a:t>- Max distance is 5 miles (apartments beyond this are filtered out)</a:t>
            </a:r>
          </a:p>
          <a:p>
            <a:endParaRPr lang="en-US"/>
          </a:p>
          <a:p>
            <a:r>
              <a:rPr lang="en-US"/>
              <a:t>**Example:**</a:t>
            </a:r>
          </a:p>
          <a:p>
            <a:r>
              <a:rPr lang="en-US"/>
              <a:t>- You're at location X</a:t>
            </a:r>
          </a:p>
          <a:p>
            <a:r>
              <a:rPr lang="en-US"/>
              <a:t>- Apartment A is 1 mile away: `(5 - 1) / 5 × 100 = 80`</a:t>
            </a:r>
          </a:p>
          <a:p>
            <a:r>
              <a:rPr lang="en-US"/>
              <a:t>- Apartment B is 4 miles away: `(5 - 4) / 5 × 100 = 20`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 **Component 3: Amenity Score (0-100)**</a:t>
            </a:r>
          </a:p>
          <a:p>
            <a:endParaRPr lang="en-US"/>
          </a:p>
          <a:p>
            <a:r>
              <a:rPr lang="en-US"/>
              <a:t>This is the most complex part! It's calculated **per amenity** the user cares about, then averaged.</a:t>
            </a:r>
          </a:p>
          <a:p>
            <a:endParaRPr lang="en-US"/>
          </a:p>
          <a:p>
            <a:r>
              <a:rPr lang="en-US"/>
              <a:t>### **Step 3a: Match User Input to Categories**</a:t>
            </a:r>
          </a:p>
          <a:p>
            <a:endParaRPr lang="en-US"/>
          </a:p>
          <a:p>
            <a:r>
              <a:rPr lang="en-US"/>
              <a:t>**User says:** "elementary schools"</a:t>
            </a:r>
          </a:p>
          <a:p>
            <a:endParaRPr lang="en-US"/>
          </a:p>
          <a:p>
            <a:r>
              <a:rPr lang="en-US"/>
              <a:t>**System does:**</a:t>
            </a:r>
          </a:p>
          <a:p>
            <a:r>
              <a:rPr lang="en-US"/>
              <a:t>1. Encodes "elementary schools" into a 384-dimensional vector</a:t>
            </a:r>
          </a:p>
          <a:p>
            <a:r>
              <a:rPr lang="en-US"/>
              <a:t>2. Encodes all Google categories into vectors</a:t>
            </a:r>
          </a:p>
          <a:p>
            <a:r>
              <a:rPr lang="en-US"/>
              <a:t>3. Calculates cosine similarity between them</a:t>
            </a:r>
          </a:p>
          <a:p>
            <a:r>
              <a:rPr lang="en-US"/>
              <a:t>4. Filters matches by confidence:</a:t>
            </a:r>
          </a:p>
          <a:p>
            <a:r>
              <a:rPr lang="en-US"/>
              <a:t>   - &lt; 0.5: ignored</a:t>
            </a:r>
          </a:p>
          <a:p>
            <a:r>
              <a:rPr lang="en-US"/>
              <a:t>   - 0.5-0.7: regular match (1.0x bonus)</a:t>
            </a:r>
          </a:p>
          <a:p>
            <a:r>
              <a:rPr lang="en-US"/>
              <a:t>   - 0.7-0.85: high confidence (1.2x bonus)</a:t>
            </a:r>
          </a:p>
          <a:p>
            <a:r>
              <a:rPr lang="en-US"/>
              <a:t>   - \&gt; 0.85: super confidence (1.5x bonus)</a:t>
            </a:r>
          </a:p>
          <a:p>
            <a:endParaRPr lang="en-US"/>
          </a:p>
          <a:p>
            <a:r>
              <a:rPr lang="en-US"/>
              <a:t>**Example matches:**</a:t>
            </a:r>
          </a:p>
          <a:p>
            <a:r>
              <a:rPr lang="en-US"/>
              <a:t>- `school` category: 0.82 similarity → 1.2x bonus</a:t>
            </a:r>
          </a:p>
          <a:p>
            <a:r>
              <a:rPr lang="en-US"/>
              <a:t>- `university` category: 0.45 similarity → ignored (too low)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### **Step 3b: Score Places for This Amenity**</a:t>
            </a:r>
          </a:p>
          <a:p>
            <a:endParaRPr lang="en-US"/>
          </a:p>
          <a:p>
            <a:r>
              <a:rPr lang="en-US"/>
              <a:t>For each place in the Google Places data:</a:t>
            </a:r>
          </a:p>
          <a:p>
            <a:endParaRPr lang="en-US"/>
          </a:p>
          <a:p>
            <a:r>
              <a:rPr lang="en-US"/>
              <a:t>**1. Check if place matches the category**</a:t>
            </a:r>
          </a:p>
          <a:p>
            <a:r>
              <a:rPr lang="en-US"/>
              <a:t>- Does this place have type `school`? If yes, it's a candidate</a:t>
            </a:r>
          </a:p>
          <a:p>
            <a:endParaRPr lang="en-US"/>
          </a:p>
          <a:p>
            <a:r>
              <a:rPr lang="en-US"/>
              <a:t>**2. Calculate name similarity**</a:t>
            </a:r>
          </a:p>
          <a:p>
            <a:r>
              <a:rPr lang="en-US"/>
              <a:t>- User input: "elementary schools"</a:t>
            </a:r>
          </a:p>
          <a:p>
            <a:r>
              <a:rPr lang="en-US"/>
              <a:t>- Place name: "Highland Park Elementary"</a:t>
            </a:r>
          </a:p>
          <a:p>
            <a:r>
              <a:rPr lang="en-US"/>
              <a:t>- Encode both, calculate similarity: 0.75</a:t>
            </a:r>
          </a:p>
          <a:p>
            <a:endParaRPr lang="en-US"/>
          </a:p>
          <a:p>
            <a:r>
              <a:rPr lang="en-US"/>
              <a:t>**3. Calculate combined confidence**</a:t>
            </a:r>
          </a:p>
          <a:p>
            <a:r>
              <a:rPr lang="en-US"/>
              <a:t>```</a:t>
            </a:r>
          </a:p>
          <a:p>
            <a:r>
              <a:rPr lang="en-US" err="1"/>
              <a:t>combined_confidence</a:t>
            </a:r>
            <a:r>
              <a:rPr lang="en-US"/>
              <a:t> = (</a:t>
            </a:r>
            <a:r>
              <a:rPr lang="en-US" err="1"/>
              <a:t>category_confidence</a:t>
            </a:r>
            <a:r>
              <a:rPr lang="en-US"/>
              <a:t> × 0.7) + (</a:t>
            </a:r>
            <a:r>
              <a:rPr lang="en-US" err="1"/>
              <a:t>name_similarity</a:t>
            </a:r>
            <a:r>
              <a:rPr lang="en-US"/>
              <a:t> × 0.3)</a:t>
            </a:r>
          </a:p>
          <a:p>
            <a:r>
              <a:rPr lang="en-US"/>
              <a:t>```</a:t>
            </a:r>
          </a:p>
          <a:p>
            <a:endParaRPr lang="en-US"/>
          </a:p>
          <a:p>
            <a:r>
              <a:rPr lang="en-US"/>
              <a:t>**Example:**</a:t>
            </a:r>
          </a:p>
          <a:p>
            <a:r>
              <a:rPr lang="en-US"/>
              <a:t>- Category confidence: 0.82</a:t>
            </a:r>
          </a:p>
          <a:p>
            <a:r>
              <a:rPr lang="en-US"/>
              <a:t>- Name similarity: 0.75</a:t>
            </a:r>
          </a:p>
          <a:p>
            <a:r>
              <a:rPr lang="en-US"/>
              <a:t>- Combined: `(0.82 × 0.7) + (0.75 × 0.3) = 0.574 + 0.225 = 0.799`</a:t>
            </a:r>
          </a:p>
          <a:p>
            <a:endParaRPr lang="en-US"/>
          </a:p>
          <a:p>
            <a:r>
              <a:rPr lang="en-US"/>
              <a:t>**4. Apply bonus multipliers**</a:t>
            </a:r>
          </a:p>
          <a:p>
            <a:r>
              <a:rPr lang="en-US"/>
              <a:t>- If both name AND category &gt; 0.7: 1.5x bonus (both match really well!)</a:t>
            </a:r>
          </a:p>
          <a:p>
            <a:r>
              <a:rPr lang="en-US"/>
              <a:t>- If name &gt; 0.5: 1.2x bonus (name matches decently)</a:t>
            </a:r>
          </a:p>
          <a:p>
            <a:r>
              <a:rPr lang="en-US"/>
              <a:t>- Otherwise: use original category bonus</a:t>
            </a:r>
          </a:p>
          <a:p>
            <a:endParaRPr lang="en-US"/>
          </a:p>
          <a:p>
            <a:r>
              <a:rPr lang="en-US"/>
              <a:t>**In this example:**</a:t>
            </a:r>
          </a:p>
          <a:p>
            <a:r>
              <a:rPr lang="en-US"/>
              <a:t>- Name (0.75) &gt; 0.7 ✓</a:t>
            </a:r>
          </a:p>
          <a:p>
            <a:r>
              <a:rPr lang="en-US"/>
              <a:t>- Category (0.82) &gt; 0.7 ✓</a:t>
            </a:r>
          </a:p>
          <a:p>
            <a:r>
              <a:rPr lang="en-US"/>
              <a:t>- Final bonus = 1.2 × 1.5 = 1.8x</a:t>
            </a:r>
          </a:p>
          <a:p>
            <a:endParaRPr lang="en-US"/>
          </a:p>
          <a:p>
            <a:r>
              <a:rPr lang="en-US"/>
              <a:t>**5. Calculate distance from apartment**</a:t>
            </a:r>
          </a:p>
          <a:p>
            <a:r>
              <a:rPr lang="en-US"/>
              <a:t>- Uses haversine formula to get miles</a:t>
            </a:r>
          </a:p>
          <a:p>
            <a:r>
              <a:rPr lang="en-US"/>
              <a:t>- Only includes places within 5 miles</a:t>
            </a:r>
          </a:p>
          <a:p>
            <a:endParaRPr lang="en-US"/>
          </a:p>
          <a:p>
            <a:r>
              <a:rPr lang="en-US"/>
              <a:t>**6. Calculate weighted score for this place**</a:t>
            </a:r>
          </a:p>
          <a:p>
            <a:r>
              <a:rPr lang="en-US"/>
              <a:t>```</a:t>
            </a:r>
          </a:p>
          <a:p>
            <a:r>
              <a:rPr lang="en-US" err="1"/>
              <a:t>distance_score</a:t>
            </a:r>
            <a:r>
              <a:rPr lang="en-US"/>
              <a:t> = (5 - distance) / 5 × 100</a:t>
            </a:r>
          </a:p>
          <a:p>
            <a:r>
              <a:rPr lang="en-US" err="1"/>
              <a:t>weighted_score</a:t>
            </a:r>
            <a:r>
              <a:rPr lang="en-US"/>
              <a:t> = </a:t>
            </a:r>
            <a:r>
              <a:rPr lang="en-US" err="1"/>
              <a:t>distance_score</a:t>
            </a:r>
            <a:r>
              <a:rPr lang="en-US"/>
              <a:t> × bonus × </a:t>
            </a:r>
            <a:r>
              <a:rPr lang="en-US" err="1"/>
              <a:t>combined_confidence</a:t>
            </a:r>
            <a:endParaRPr lang="en-US"/>
          </a:p>
          <a:p>
            <a:r>
              <a:rPr lang="en-US"/>
              <a:t>```</a:t>
            </a:r>
          </a:p>
          <a:p>
            <a:endParaRPr lang="en-US"/>
          </a:p>
          <a:p>
            <a:r>
              <a:rPr lang="en-US"/>
              <a:t>**Example:**</a:t>
            </a:r>
          </a:p>
          <a:p>
            <a:r>
              <a:rPr lang="en-US"/>
              <a:t>- Place is 0.5 miles from apartment</a:t>
            </a:r>
          </a:p>
          <a:p>
            <a:r>
              <a:rPr lang="en-US"/>
              <a:t>- Distance score: `(5 - 0.5) / 5 × 100 = 90`</a:t>
            </a:r>
          </a:p>
          <a:p>
            <a:r>
              <a:rPr lang="en-US"/>
              <a:t>- Weighted score: `90 × 1.8 × 0.799 = 129.5` (capped at 100)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### **Step 3c: Take Top 3 Matches**</a:t>
            </a:r>
          </a:p>
          <a:p>
            <a:endParaRPr lang="en-US"/>
          </a:p>
          <a:p>
            <a:r>
              <a:rPr lang="en-US"/>
              <a:t>1. Calculate </a:t>
            </a:r>
            <a:r>
              <a:rPr lang="en-US" err="1"/>
              <a:t>weighted_score</a:t>
            </a:r>
            <a:r>
              <a:rPr lang="en-US"/>
              <a:t> for ALL matching places</a:t>
            </a:r>
          </a:p>
          <a:p>
            <a:r>
              <a:rPr lang="en-US"/>
              <a:t>2. Sort by </a:t>
            </a:r>
            <a:r>
              <a:rPr lang="en-US" err="1"/>
              <a:t>weighted_score</a:t>
            </a:r>
            <a:r>
              <a:rPr lang="en-US"/>
              <a:t> (highest first)</a:t>
            </a:r>
          </a:p>
          <a:p>
            <a:r>
              <a:rPr lang="en-US"/>
              <a:t>3. Take top 3</a:t>
            </a:r>
          </a:p>
          <a:p>
            <a:r>
              <a:rPr lang="en-US"/>
              <a:t>4. Average their scores → **amenity score for "elementary schools"**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### **Step 3d: Repeat for All Amenities**</a:t>
            </a:r>
          </a:p>
          <a:p>
            <a:endParaRPr lang="en-US"/>
          </a:p>
          <a:p>
            <a:r>
              <a:rPr lang="en-US"/>
              <a:t>**User cares about:** `['elementary schools', 'parks', 'grocery stores']`</a:t>
            </a:r>
          </a:p>
          <a:p>
            <a:endParaRPr lang="en-US"/>
          </a:p>
          <a:p>
            <a:r>
              <a:rPr lang="en-US"/>
              <a:t>**Process:**</a:t>
            </a:r>
          </a:p>
          <a:p>
            <a:r>
              <a:rPr lang="en-US"/>
              <a:t>1. "elementary schools" → score = 85</a:t>
            </a:r>
          </a:p>
          <a:p>
            <a:r>
              <a:rPr lang="en-US"/>
              <a:t>2. "parks" → score = 70</a:t>
            </a:r>
          </a:p>
          <a:p>
            <a:r>
              <a:rPr lang="en-US"/>
              <a:t>3. "grocery stores" → score = 95</a:t>
            </a:r>
          </a:p>
          <a:p>
            <a:endParaRPr lang="en-US"/>
          </a:p>
          <a:p>
            <a:r>
              <a:rPr lang="en-US"/>
              <a:t>**Average amenity score:** `(85 + 70 + 95) / 3 = 83.3`</a:t>
            </a:r>
          </a:p>
          <a:p>
            <a:endParaRPr lang="en-US"/>
          </a:p>
          <a:p>
            <a:r>
              <a:rPr lang="en-US"/>
              <a:t>---</a:t>
            </a:r>
          </a:p>
          <a:p>
            <a:endParaRPr lang="en-US"/>
          </a:p>
          <a:p>
            <a:r>
              <a:rPr lang="en-US"/>
              <a:t>## **Final Calculation**</a:t>
            </a:r>
          </a:p>
          <a:p>
            <a:endParaRPr lang="en-US"/>
          </a:p>
          <a:p>
            <a:r>
              <a:rPr lang="en-US"/>
              <a:t>**Apartment at 123 Main St:**</a:t>
            </a:r>
          </a:p>
          <a:p>
            <a:r>
              <a:rPr lang="en-US"/>
              <a:t>- Sentiment: 80 (Hyde Park neighborhood)</a:t>
            </a:r>
          </a:p>
          <a:p>
            <a:r>
              <a:rPr lang="en-US"/>
              <a:t>- Distance: 75 (2 miles away)</a:t>
            </a:r>
          </a:p>
          <a:p>
            <a:r>
              <a:rPr lang="en-US"/>
              <a:t>- Amenities: 83.3 (average of all amenity scores)</a:t>
            </a:r>
          </a:p>
          <a:p>
            <a:endParaRPr lang="en-US"/>
          </a:p>
          <a:p>
            <a:r>
              <a:rPr lang="en-US"/>
              <a:t>**Final score:**</a:t>
            </a:r>
          </a:p>
          <a:p>
            <a:r>
              <a:rPr lang="en-US"/>
              <a:t>```</a:t>
            </a:r>
          </a:p>
          <a:p>
            <a:r>
              <a:rPr lang="en-US"/>
              <a:t>(80 × 0.4) + (75 × 0.3) + (83.3 × 0.3)</a:t>
            </a:r>
          </a:p>
          <a:p>
            <a:r>
              <a:rPr lang="en-US"/>
              <a:t>= 32 + 22.5 + 25</a:t>
            </a:r>
          </a:p>
          <a:p>
            <a:r>
              <a:rPr lang="en-US"/>
              <a:t>= 79.5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5C1FC1-CECA-BC48-A8A0-5906A374AA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9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6.pn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0704283" y="1694557"/>
            <a:ext cx="5876304" cy="11627276"/>
            <a:chOff x="0" y="0"/>
            <a:chExt cx="2620010" cy="5184140"/>
          </a:xfrm>
        </p:grpSpPr>
        <p:sp>
          <p:nvSpPr>
            <p:cNvPr id="12" name="Freeform 1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43536" r="-162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03661" y="517674"/>
            <a:ext cx="1060497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25264" y="517674"/>
            <a:ext cx="976561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27286" y="1877526"/>
            <a:ext cx="6730651" cy="203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sz="11845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11845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46491" y="4651165"/>
            <a:ext cx="5930223" cy="356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Your new apartment finding best friend.</a:t>
            </a:r>
          </a:p>
        </p:txBody>
      </p:sp>
      <p:sp>
        <p:nvSpPr>
          <p:cNvPr id="28" name="AutoShape 28"/>
          <p:cNvSpPr/>
          <p:nvPr/>
        </p:nvSpPr>
        <p:spPr>
          <a:xfrm>
            <a:off x="2046491" y="4208252"/>
            <a:ext cx="649224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046491" y="8889926"/>
            <a:ext cx="5930223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Joseph Bailey, Jack Feen, Peyton Gibbs, Humphrey Hui, Archie </a:t>
            </a:r>
            <a:r>
              <a:rPr lang="en-US" sz="2099" err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Korale</a:t>
            </a: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Sam LeFebre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927286" y="5610041"/>
            <a:ext cx="2965111" cy="1148195"/>
            <a:chOff x="0" y="0"/>
            <a:chExt cx="3953482" cy="1530927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953482" cy="1530927"/>
              <a:chOff x="0" y="0"/>
              <a:chExt cx="2098984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09898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098984" h="812800">
                    <a:moveTo>
                      <a:pt x="261100" y="0"/>
                    </a:moveTo>
                    <a:lnTo>
                      <a:pt x="1837883" y="0"/>
                    </a:lnTo>
                    <a:cubicBezTo>
                      <a:pt x="1982085" y="0"/>
                      <a:pt x="2098984" y="116899"/>
                      <a:pt x="2098984" y="261100"/>
                    </a:cubicBezTo>
                    <a:lnTo>
                      <a:pt x="2098984" y="551700"/>
                    </a:lnTo>
                    <a:cubicBezTo>
                      <a:pt x="2098984" y="695901"/>
                      <a:pt x="1982085" y="812800"/>
                      <a:pt x="1837883" y="812800"/>
                    </a:cubicBezTo>
                    <a:lnTo>
                      <a:pt x="261100" y="812800"/>
                    </a:lnTo>
                    <a:cubicBezTo>
                      <a:pt x="116899" y="812800"/>
                      <a:pt x="0" y="695901"/>
                      <a:pt x="0" y="551700"/>
                    </a:cubicBezTo>
                    <a:lnTo>
                      <a:pt x="0" y="261100"/>
                    </a:lnTo>
                    <a:cubicBezTo>
                      <a:pt x="0" y="116899"/>
                      <a:pt x="116899" y="0"/>
                      <a:pt x="261100" y="0"/>
                    </a:cubicBezTo>
                    <a:close/>
                  </a:path>
                </a:pathLst>
              </a:custGeom>
              <a:solidFill>
                <a:srgbClr val="DA691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2098984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511160"/>
              <a:ext cx="3953482" cy="470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45"/>
                </a:lnSpc>
                <a:spcBef>
                  <a:spcPct val="0"/>
                </a:spcBef>
              </a:pPr>
              <a:r>
                <a:rPr lang="en-US" sz="217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Explore Now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403755" y="2874707"/>
            <a:ext cx="6321718" cy="632171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73694" y="4951452"/>
            <a:ext cx="4781841" cy="4781841"/>
          </a:xfrm>
          <a:custGeom>
            <a:avLst/>
            <a:gdLst/>
            <a:ahLst/>
            <a:cxnLst/>
            <a:rect l="l" t="t" r="r" b="b"/>
            <a:pathLst>
              <a:path w="4781841" h="4781841">
                <a:moveTo>
                  <a:pt x="0" y="0"/>
                </a:moveTo>
                <a:lnTo>
                  <a:pt x="4781841" y="0"/>
                </a:lnTo>
                <a:lnTo>
                  <a:pt x="4781841" y="4781842"/>
                </a:lnTo>
                <a:lnTo>
                  <a:pt x="0" y="4781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931537" y="5709296"/>
            <a:ext cx="3266155" cy="326615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3F0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5016278" y="4074284"/>
            <a:ext cx="1802744" cy="43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5325154" y="7677594"/>
            <a:ext cx="1802744" cy="43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03661" y="517674"/>
            <a:ext cx="1060497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25264" y="517674"/>
            <a:ext cx="95980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37612" y="1501476"/>
            <a:ext cx="6212776" cy="112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94"/>
              </a:lnSpc>
              <a:spcBef>
                <a:spcPct val="0"/>
              </a:spcBef>
            </a:pPr>
            <a:r>
              <a:rPr lang="en-US" sz="663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Problem</a:t>
            </a:r>
            <a:r>
              <a:rPr lang="en-US" sz="6639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96436" y="3660340"/>
            <a:ext cx="5309703" cy="221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63"/>
              </a:lnSpc>
            </a:pPr>
            <a:r>
              <a:rPr lang="en-US" sz="2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WHAT RENTERS CARE ABOUT</a:t>
            </a:r>
          </a:p>
          <a:p>
            <a:pPr algn="l">
              <a:lnSpc>
                <a:spcPts val="2674"/>
              </a:lnSpc>
            </a:pPr>
            <a:r>
              <a:rPr lang="en-US" sz="19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- NEIGHBORHOOD SAFETY</a:t>
            </a:r>
          </a:p>
          <a:p>
            <a:pPr algn="l">
              <a:lnSpc>
                <a:spcPts val="2674"/>
              </a:lnSpc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PLACES TO EAT</a:t>
            </a:r>
          </a:p>
          <a:p>
            <a:pPr algn="l">
              <a:lnSpc>
                <a:spcPts val="2674"/>
              </a:lnSpc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SCHOOLS NEARBY</a:t>
            </a:r>
          </a:p>
          <a:p>
            <a:pPr algn="l">
              <a:lnSpc>
                <a:spcPts val="2674"/>
              </a:lnSpc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ACTIVITIES TO DO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ETC.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96435" y="7171393"/>
            <a:ext cx="4756465" cy="2372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WHAT RENTAL WEBSITES PROVIDE</a:t>
            </a:r>
          </a:p>
          <a:p>
            <a:pPr algn="l">
              <a:lnSpc>
                <a:spcPts val="2674"/>
              </a:lnSpc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APARTMENT FEATURES</a:t>
            </a:r>
          </a:p>
          <a:p>
            <a:pPr algn="l">
              <a:lnSpc>
                <a:spcPts val="2674"/>
              </a:lnSpc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PRICE</a:t>
            </a:r>
          </a:p>
          <a:p>
            <a:pPr algn="l">
              <a:lnSpc>
                <a:spcPts val="2674"/>
              </a:lnSpc>
            </a:pPr>
            <a:r>
              <a:rPr lang="en-US" sz="1910" i="1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- LOCATION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  <a:endParaRPr lang="en-US" sz="1910" i="1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225264" y="4267775"/>
            <a:ext cx="4317486" cy="349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...Dwelling bridges this gap by pulling data from </a:t>
            </a:r>
            <a:r>
              <a:rPr lang="en-US" sz="3299" b="1">
                <a:solidFill>
                  <a:srgbClr val="DA6918"/>
                </a:solidFill>
                <a:latin typeface="Glacial Indifference Bold"/>
                <a:sym typeface="Glacial Indifference Bold"/>
              </a:rPr>
              <a:t>hundreds of </a:t>
            </a:r>
            <a:r>
              <a:rPr lang="en-US" sz="3299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nearby locations</a:t>
            </a:r>
            <a:r>
              <a:rPr lang="en-US" sz="32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to give better apartment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72406" y="3382819"/>
            <a:ext cx="3819035" cy="817546"/>
          </a:xfrm>
          <a:custGeom>
            <a:avLst/>
            <a:gdLst/>
            <a:ahLst/>
            <a:cxnLst/>
            <a:rect l="l" t="t" r="r" b="b"/>
            <a:pathLst>
              <a:path w="5092047" h="1090062">
                <a:moveTo>
                  <a:pt x="0" y="0"/>
                </a:moveTo>
                <a:lnTo>
                  <a:pt x="5092047" y="0"/>
                </a:lnTo>
                <a:lnTo>
                  <a:pt x="5092047" y="1090062"/>
                </a:lnTo>
                <a:lnTo>
                  <a:pt x="0" y="109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963" b="-636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57042" y="7603605"/>
            <a:ext cx="3249763" cy="1121295"/>
          </a:xfrm>
          <a:custGeom>
            <a:avLst/>
            <a:gdLst/>
            <a:ahLst/>
            <a:cxnLst/>
            <a:rect l="l" t="t" r="r" b="b"/>
            <a:pathLst>
              <a:path w="4333018" h="1495060">
                <a:moveTo>
                  <a:pt x="0" y="0"/>
                </a:moveTo>
                <a:lnTo>
                  <a:pt x="4333018" y="0"/>
                </a:lnTo>
                <a:lnTo>
                  <a:pt x="4333018" y="1495060"/>
                </a:lnTo>
                <a:lnTo>
                  <a:pt x="0" y="1495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7242" b="-257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781800" y="7869699"/>
            <a:ext cx="20574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API CONNECTION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25461" y="5213149"/>
            <a:ext cx="2857259" cy="1503012"/>
          </a:xfrm>
          <a:custGeom>
            <a:avLst/>
            <a:gdLst/>
            <a:ahLst/>
            <a:cxnLst/>
            <a:rect l="l" t="t" r="r" b="b"/>
            <a:pathLst>
              <a:path w="3819035" h="2008938">
                <a:moveTo>
                  <a:pt x="0" y="0"/>
                </a:moveTo>
                <a:lnTo>
                  <a:pt x="3819035" y="0"/>
                </a:lnTo>
                <a:lnTo>
                  <a:pt x="3819035" y="2008938"/>
                </a:lnTo>
                <a:lnTo>
                  <a:pt x="0" y="2008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03661" y="517674"/>
            <a:ext cx="1060497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25264" y="517674"/>
            <a:ext cx="1106923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B0BA9FC4-E91D-DC31-6986-B5803693890F}"/>
              </a:ext>
            </a:extLst>
          </p:cNvPr>
          <p:cNvSpPr txBox="1"/>
          <p:nvPr/>
        </p:nvSpPr>
        <p:spPr>
          <a:xfrm>
            <a:off x="762000" y="1997222"/>
            <a:ext cx="4866845" cy="352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SOURCES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D2F5293-AC37-78B2-E96B-28DFC029F174}"/>
              </a:ext>
            </a:extLst>
          </p:cNvPr>
          <p:cNvCxnSpPr/>
          <p:nvPr/>
        </p:nvCxnSpPr>
        <p:spPr>
          <a:xfrm>
            <a:off x="2810465" y="2476500"/>
            <a:ext cx="6858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EFCC263-C181-C0D8-0A7A-078E449CE947}"/>
              </a:ext>
            </a:extLst>
          </p:cNvPr>
          <p:cNvCxnSpPr/>
          <p:nvPr/>
        </p:nvCxnSpPr>
        <p:spPr>
          <a:xfrm flipV="1">
            <a:off x="5334000" y="3031688"/>
            <a:ext cx="6400800" cy="759904"/>
          </a:xfrm>
          <a:prstGeom prst="bentConnector3">
            <a:avLst>
              <a:gd name="adj1" fmla="val 84085"/>
            </a:avLst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9B10BE-620F-3C5C-5CFF-182E42757A33}"/>
              </a:ext>
            </a:extLst>
          </p:cNvPr>
          <p:cNvCxnSpPr/>
          <p:nvPr/>
        </p:nvCxnSpPr>
        <p:spPr>
          <a:xfrm>
            <a:off x="5334000" y="3791592"/>
            <a:ext cx="6400800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BE8A0AF0-175C-8086-E521-F3F1C41A2383}"/>
              </a:ext>
            </a:extLst>
          </p:cNvPr>
          <p:cNvCxnSpPr>
            <a:cxnSpLocks/>
          </p:cNvCxnSpPr>
          <p:nvPr/>
        </p:nvCxnSpPr>
        <p:spPr>
          <a:xfrm>
            <a:off x="5334000" y="3788692"/>
            <a:ext cx="6400800" cy="759904"/>
          </a:xfrm>
          <a:prstGeom prst="bentConnector3">
            <a:avLst>
              <a:gd name="adj1" fmla="val 84085"/>
            </a:avLst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371735E-A98F-582B-7E7A-3A0F423921A5}"/>
              </a:ext>
            </a:extLst>
          </p:cNvPr>
          <p:cNvSpPr/>
          <p:nvPr/>
        </p:nvSpPr>
        <p:spPr>
          <a:xfrm>
            <a:off x="11814151" y="2765512"/>
            <a:ext cx="3419758" cy="53235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Neighborhood Group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4E7B80B-623B-AF54-5A2B-E039A15D5D52}"/>
              </a:ext>
            </a:extLst>
          </p:cNvPr>
          <p:cNvSpPr/>
          <p:nvPr/>
        </p:nvSpPr>
        <p:spPr>
          <a:xfrm>
            <a:off x="11814151" y="3522516"/>
            <a:ext cx="3419758" cy="53235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Image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CF5CEB1-06F3-F4F2-DCD8-30B0DDA5F74C}"/>
              </a:ext>
            </a:extLst>
          </p:cNvPr>
          <p:cNvSpPr/>
          <p:nvPr/>
        </p:nvSpPr>
        <p:spPr>
          <a:xfrm>
            <a:off x="11814151" y="4282420"/>
            <a:ext cx="3419758" cy="53235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Apartment Information</a:t>
            </a:r>
          </a:p>
        </p:txBody>
      </p:sp>
      <p:sp>
        <p:nvSpPr>
          <p:cNvPr id="48" name="TextBox 17">
            <a:extLst>
              <a:ext uri="{FF2B5EF4-FFF2-40B4-BE49-F238E27FC236}">
                <a16:creationId xmlns:a16="http://schemas.microsoft.com/office/drawing/2014/main" id="{21552446-6184-EAF3-1C96-234501E56A48}"/>
              </a:ext>
            </a:extLst>
          </p:cNvPr>
          <p:cNvSpPr txBox="1"/>
          <p:nvPr/>
        </p:nvSpPr>
        <p:spPr>
          <a:xfrm>
            <a:off x="6781800" y="3432000"/>
            <a:ext cx="20574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SELENIUM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880D7858-8568-4358-F2EA-3DBC16333B04}"/>
              </a:ext>
            </a:extLst>
          </p:cNvPr>
          <p:cNvCxnSpPr>
            <a:cxnSpLocks/>
          </p:cNvCxnSpPr>
          <p:nvPr/>
        </p:nvCxnSpPr>
        <p:spPr>
          <a:xfrm flipV="1">
            <a:off x="5334000" y="5630651"/>
            <a:ext cx="6400800" cy="450000"/>
          </a:xfrm>
          <a:prstGeom prst="bentConnector3">
            <a:avLst>
              <a:gd name="adj1" fmla="val 84085"/>
            </a:avLst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93E7E29-46B1-04C2-42CB-435921D15A29}"/>
              </a:ext>
            </a:extLst>
          </p:cNvPr>
          <p:cNvCxnSpPr>
            <a:cxnSpLocks/>
          </p:cNvCxnSpPr>
          <p:nvPr/>
        </p:nvCxnSpPr>
        <p:spPr>
          <a:xfrm>
            <a:off x="5334000" y="6080651"/>
            <a:ext cx="6400800" cy="450000"/>
          </a:xfrm>
          <a:prstGeom prst="bentConnector3">
            <a:avLst>
              <a:gd name="adj1" fmla="val 84085"/>
            </a:avLst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EB20D5A-F0C4-58CA-CD40-F0FA676F79B2}"/>
              </a:ext>
            </a:extLst>
          </p:cNvPr>
          <p:cNvSpPr/>
          <p:nvPr/>
        </p:nvSpPr>
        <p:spPr>
          <a:xfrm>
            <a:off x="11814151" y="5364475"/>
            <a:ext cx="3419758" cy="53235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Neighborhood Group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DE34D09-EC66-83DB-2140-2EE45553FE8A}"/>
              </a:ext>
            </a:extLst>
          </p:cNvPr>
          <p:cNvSpPr/>
          <p:nvPr/>
        </p:nvSpPr>
        <p:spPr>
          <a:xfrm>
            <a:off x="11814151" y="6264475"/>
            <a:ext cx="3419758" cy="53235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Reddit Posts and Comments</a:t>
            </a: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E2AD765F-486A-FD23-5184-B53C8C06DEA0}"/>
              </a:ext>
            </a:extLst>
          </p:cNvPr>
          <p:cNvSpPr txBox="1"/>
          <p:nvPr/>
        </p:nvSpPr>
        <p:spPr>
          <a:xfrm>
            <a:off x="6781800" y="5746647"/>
            <a:ext cx="20574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API CONNECTION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B4F58BB-4286-980A-BEDF-B859CAB6EC82}"/>
              </a:ext>
            </a:extLst>
          </p:cNvPr>
          <p:cNvCxnSpPr/>
          <p:nvPr/>
        </p:nvCxnSpPr>
        <p:spPr>
          <a:xfrm>
            <a:off x="5334000" y="8172182"/>
            <a:ext cx="6400800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C16F48F-FBC9-1DEA-2EB2-6F2312197C1A}"/>
              </a:ext>
            </a:extLst>
          </p:cNvPr>
          <p:cNvSpPr/>
          <p:nvPr/>
        </p:nvSpPr>
        <p:spPr>
          <a:xfrm>
            <a:off x="11814151" y="7906006"/>
            <a:ext cx="3419758" cy="53235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Nearby Locations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04BEA3F6-C943-3C2A-F7E1-42F0C6F92D49}"/>
              </a:ext>
            </a:extLst>
          </p:cNvPr>
          <p:cNvCxnSpPr>
            <a:stCxn id="45" idx="3"/>
            <a:endCxn id="53" idx="3"/>
          </p:cNvCxnSpPr>
          <p:nvPr/>
        </p:nvCxnSpPr>
        <p:spPr>
          <a:xfrm>
            <a:off x="15233909" y="3031688"/>
            <a:ext cx="12700" cy="2598963"/>
          </a:xfrm>
          <a:prstGeom prst="bentConnector3">
            <a:avLst>
              <a:gd name="adj1" fmla="val 6221055"/>
            </a:avLst>
          </a:prstGeom>
          <a:ln>
            <a:solidFill>
              <a:srgbClr val="983F0B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88646321-34C5-CE1D-0A72-E7E8139E9F3B}"/>
              </a:ext>
            </a:extLst>
          </p:cNvPr>
          <p:cNvCxnSpPr>
            <a:cxnSpLocks/>
            <a:stCxn id="47" idx="3"/>
            <a:endCxn id="57" idx="3"/>
          </p:cNvCxnSpPr>
          <p:nvPr/>
        </p:nvCxnSpPr>
        <p:spPr>
          <a:xfrm>
            <a:off x="15233909" y="4548596"/>
            <a:ext cx="12700" cy="3623586"/>
          </a:xfrm>
          <a:prstGeom prst="bentConnector3">
            <a:avLst>
              <a:gd name="adj1" fmla="val 3442110"/>
            </a:avLst>
          </a:prstGeom>
          <a:ln>
            <a:solidFill>
              <a:srgbClr val="DA691A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5" name="Graphic 74" descr="Ethernet with solid fill">
            <a:extLst>
              <a:ext uri="{FF2B5EF4-FFF2-40B4-BE49-F238E27FC236}">
                <a16:creationId xmlns:a16="http://schemas.microsoft.com/office/drawing/2014/main" id="{059738C2-5B22-F00D-B4E4-AB2E9BACEE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4021" y="5639751"/>
            <a:ext cx="431800" cy="431800"/>
          </a:xfrm>
          <a:prstGeom prst="rect">
            <a:avLst/>
          </a:prstGeom>
        </p:spPr>
      </p:pic>
      <p:pic>
        <p:nvPicPr>
          <p:cNvPr id="77" name="Graphic 76" descr="Gears with solid fill">
            <a:extLst>
              <a:ext uri="{FF2B5EF4-FFF2-40B4-BE49-F238E27FC236}">
                <a16:creationId xmlns:a16="http://schemas.microsoft.com/office/drawing/2014/main" id="{81E46006-4D4A-F031-A287-DAE0E21980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2449" y="3311429"/>
            <a:ext cx="435025" cy="435025"/>
          </a:xfrm>
          <a:prstGeom prst="rect">
            <a:avLst/>
          </a:prstGeom>
        </p:spPr>
      </p:pic>
      <p:pic>
        <p:nvPicPr>
          <p:cNvPr id="78" name="Graphic 77" descr="Ethernet with solid fill">
            <a:extLst>
              <a:ext uri="{FF2B5EF4-FFF2-40B4-BE49-F238E27FC236}">
                <a16:creationId xmlns:a16="http://schemas.microsoft.com/office/drawing/2014/main" id="{A55227EF-2819-2B19-5C33-A95B77B1B5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4021" y="7762803"/>
            <a:ext cx="431800" cy="431800"/>
          </a:xfrm>
          <a:prstGeom prst="rect">
            <a:avLst/>
          </a:prstGeom>
        </p:spPr>
      </p:pic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4F0E430D-90E1-FCCF-DDF0-C715C8CD9374}"/>
              </a:ext>
            </a:extLst>
          </p:cNvPr>
          <p:cNvCxnSpPr>
            <a:cxnSpLocks/>
            <a:stCxn id="45" idx="3"/>
            <a:endCxn id="54" idx="3"/>
          </p:cNvCxnSpPr>
          <p:nvPr/>
        </p:nvCxnSpPr>
        <p:spPr>
          <a:xfrm>
            <a:off x="15233909" y="3031688"/>
            <a:ext cx="12700" cy="3498963"/>
          </a:xfrm>
          <a:prstGeom prst="bentConnector3">
            <a:avLst>
              <a:gd name="adj1" fmla="val 6208165"/>
            </a:avLst>
          </a:prstGeom>
          <a:ln>
            <a:solidFill>
              <a:srgbClr val="983F0B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A07F-7648-EEC9-127C-025FA6FC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47204F-D726-411A-D494-DE7B3ED7E4A3}"/>
              </a:ext>
            </a:extLst>
          </p:cNvPr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8C9720-05D9-54E5-66F2-DDF7BA50AFFE}"/>
                </a:ext>
              </a:extLst>
            </p:cNvPr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6BC97E-2CDE-9544-2E83-879F4E7BA85F}"/>
                </a:ext>
              </a:extLst>
            </p:cNvPr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9136A7-7840-647F-C3C0-BC9F534DF463}"/>
              </a:ext>
            </a:extLst>
          </p:cNvPr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A92A30E-2C04-889F-2CE4-43CDE41B5968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BC8ED7B-CACB-11C9-9EC4-FF5940B0CBDD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F9FBBA3-983E-B47D-B058-4C1B5D8D6F47}"/>
              </a:ext>
            </a:extLst>
          </p:cNvPr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26D213C-D660-247E-4605-4003786030EA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E15EC80-14DA-3AF5-D287-F00DA52F69AD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6DFD08D-1CEE-BFE9-961A-0CC5F6391AE9}"/>
              </a:ext>
            </a:extLst>
          </p:cNvPr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34BCC55-0ED7-52BA-6CFD-F22A16E2A756}"/>
              </a:ext>
            </a:extLst>
          </p:cNvPr>
          <p:cNvSpPr/>
          <p:nvPr/>
        </p:nvSpPr>
        <p:spPr>
          <a:xfrm>
            <a:off x="307557" y="4161797"/>
            <a:ext cx="3819035" cy="817546"/>
          </a:xfrm>
          <a:custGeom>
            <a:avLst/>
            <a:gdLst/>
            <a:ahLst/>
            <a:cxnLst/>
            <a:rect l="l" t="t" r="r" b="b"/>
            <a:pathLst>
              <a:path w="5092047" h="1090062">
                <a:moveTo>
                  <a:pt x="0" y="0"/>
                </a:moveTo>
                <a:lnTo>
                  <a:pt x="5092047" y="0"/>
                </a:lnTo>
                <a:lnTo>
                  <a:pt x="5092047" y="1090062"/>
                </a:lnTo>
                <a:lnTo>
                  <a:pt x="0" y="109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963" b="-636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79E7A1C-F26E-B1CE-5DA4-EA114599026D}"/>
              </a:ext>
            </a:extLst>
          </p:cNvPr>
          <p:cNvSpPr/>
          <p:nvPr/>
        </p:nvSpPr>
        <p:spPr>
          <a:xfrm>
            <a:off x="788445" y="7055858"/>
            <a:ext cx="2857259" cy="1503012"/>
          </a:xfrm>
          <a:custGeom>
            <a:avLst/>
            <a:gdLst/>
            <a:ahLst/>
            <a:cxnLst/>
            <a:rect l="l" t="t" r="r" b="b"/>
            <a:pathLst>
              <a:path w="3819035" h="2008938">
                <a:moveTo>
                  <a:pt x="0" y="0"/>
                </a:moveTo>
                <a:lnTo>
                  <a:pt x="3819035" y="0"/>
                </a:lnTo>
                <a:lnTo>
                  <a:pt x="3819035" y="2008938"/>
                </a:lnTo>
                <a:lnTo>
                  <a:pt x="0" y="2008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C42CE50-C6C2-7FF4-5271-4D5B7B7B2E1B}"/>
              </a:ext>
            </a:extLst>
          </p:cNvPr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1A751A5-0F49-AF75-3182-B9C90A247A54}"/>
              </a:ext>
            </a:extLst>
          </p:cNvPr>
          <p:cNvSpPr txBox="1"/>
          <p:nvPr/>
        </p:nvSpPr>
        <p:spPr>
          <a:xfrm>
            <a:off x="14703661" y="517674"/>
            <a:ext cx="1060497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6B2DC69-C174-9FD1-DF54-0AA1DDCD56AE}"/>
              </a:ext>
            </a:extLst>
          </p:cNvPr>
          <p:cNvSpPr txBox="1"/>
          <p:nvPr/>
        </p:nvSpPr>
        <p:spPr>
          <a:xfrm>
            <a:off x="13225264" y="517674"/>
            <a:ext cx="1106923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202695F-0479-EA64-EA1D-53FC0D88DEAF}"/>
              </a:ext>
            </a:extLst>
          </p:cNvPr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9E87271-B943-FA15-8FD1-62C8CA560990}"/>
              </a:ext>
            </a:extLst>
          </p:cNvPr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7B9A5E7-2945-F56C-D8F6-5350B714FEA3}"/>
              </a:ext>
            </a:extLst>
          </p:cNvPr>
          <p:cNvSpPr/>
          <p:nvPr/>
        </p:nvSpPr>
        <p:spPr>
          <a:xfrm>
            <a:off x="4353417" y="2521303"/>
            <a:ext cx="3419758" cy="87577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Apartment Information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77EB0F3-3485-967E-F7F0-9BFA76419FE6}"/>
              </a:ext>
            </a:extLst>
          </p:cNvPr>
          <p:cNvSpPr/>
          <p:nvPr/>
        </p:nvSpPr>
        <p:spPr>
          <a:xfrm>
            <a:off x="4353417" y="6827671"/>
            <a:ext cx="3419758" cy="87577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Reddit Posts and Comments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15620BBE-F56B-80EE-A49A-A2F9C65FDD34}"/>
              </a:ext>
            </a:extLst>
          </p:cNvPr>
          <p:cNvSpPr/>
          <p:nvPr/>
        </p:nvSpPr>
        <p:spPr>
          <a:xfrm>
            <a:off x="4353417" y="7911281"/>
            <a:ext cx="3419758" cy="87577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Neighborhood Group</a:t>
            </a: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E505B029-77E6-CD40-F9D9-5D203D9D6E65}"/>
              </a:ext>
            </a:extLst>
          </p:cNvPr>
          <p:cNvSpPr txBox="1"/>
          <p:nvPr/>
        </p:nvSpPr>
        <p:spPr>
          <a:xfrm>
            <a:off x="10553064" y="1577865"/>
            <a:ext cx="4866845" cy="352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SPECIFICS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B657F-C2BB-C19F-6562-893C276635C3}"/>
              </a:ext>
            </a:extLst>
          </p:cNvPr>
          <p:cNvCxnSpPr>
            <a:cxnSpLocks/>
          </p:cNvCxnSpPr>
          <p:nvPr/>
        </p:nvCxnSpPr>
        <p:spPr>
          <a:xfrm>
            <a:off x="12643586" y="2057143"/>
            <a:ext cx="6858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2E6FDF6-D118-0DA4-E4E1-9E4B5BEE9849}"/>
              </a:ext>
            </a:extLst>
          </p:cNvPr>
          <p:cNvSpPr/>
          <p:nvPr/>
        </p:nvSpPr>
        <p:spPr>
          <a:xfrm>
            <a:off x="4353417" y="5744062"/>
            <a:ext cx="3419758" cy="87577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Neighborhood Group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7B2847-5B89-7C08-9A33-96B07B1A24A8}"/>
              </a:ext>
            </a:extLst>
          </p:cNvPr>
          <p:cNvSpPr/>
          <p:nvPr/>
        </p:nvSpPr>
        <p:spPr>
          <a:xfrm>
            <a:off x="8282491" y="2521302"/>
            <a:ext cx="2270312" cy="875769"/>
          </a:xfrm>
          <a:prstGeom prst="round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Name of Residence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21D3D6A-8A05-2428-9373-4B5A03699197}"/>
              </a:ext>
            </a:extLst>
          </p:cNvPr>
          <p:cNvSpPr/>
          <p:nvPr/>
        </p:nvSpPr>
        <p:spPr>
          <a:xfrm>
            <a:off x="10661717" y="2521302"/>
            <a:ext cx="2270312" cy="875769"/>
          </a:xfrm>
          <a:prstGeom prst="round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Number of Beds and Baths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61640C7-BE15-9D51-FC91-EED58168128A}"/>
              </a:ext>
            </a:extLst>
          </p:cNvPr>
          <p:cNvSpPr/>
          <p:nvPr/>
        </p:nvSpPr>
        <p:spPr>
          <a:xfrm>
            <a:off x="18288000" y="5885926"/>
            <a:ext cx="9407991" cy="304299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/>
              <a:buChar char="Ø"/>
            </a:pPr>
            <a:r>
              <a:rPr lang="en-US">
                <a:solidFill>
                  <a:srgbClr val="DA691A"/>
                </a:solidFill>
                <a:latin typeface="Garet"/>
              </a:rPr>
              <a:t>Created 14 neighborhood groups and divided each apartment complex based on area code</a:t>
            </a:r>
            <a:endParaRPr lang="en-US"/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/>
              <a:buChar char="Ø"/>
            </a:pPr>
            <a:r>
              <a:rPr lang="en-US">
                <a:solidFill>
                  <a:srgbClr val="DA691A"/>
                </a:solidFill>
                <a:latin typeface="Garet"/>
              </a:rPr>
              <a:t>Used VADER to create a sentiment score for each Reddit post [-1, 1]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/>
              <a:buChar char="Ø"/>
            </a:pPr>
            <a:r>
              <a:rPr lang="en-US">
                <a:solidFill>
                  <a:srgbClr val="DA691A"/>
                </a:solidFill>
                <a:latin typeface="Garet"/>
              </a:rPr>
              <a:t>Assigned Reddit posts to a neighborhood using </a:t>
            </a:r>
            <a:r>
              <a:rPr lang="en-US" err="1">
                <a:solidFill>
                  <a:srgbClr val="DA691A"/>
                </a:solidFill>
                <a:latin typeface="Garet"/>
              </a:rPr>
              <a:t>roBERTa</a:t>
            </a:r>
            <a:r>
              <a:rPr lang="en-US">
                <a:solidFill>
                  <a:srgbClr val="DA691A"/>
                </a:solidFill>
                <a:latin typeface="Garet"/>
              </a:rPr>
              <a:t> and keyword matching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1B17530-8941-913F-4F92-BBE2F6F4E51B}"/>
              </a:ext>
            </a:extLst>
          </p:cNvPr>
          <p:cNvSpPr/>
          <p:nvPr/>
        </p:nvSpPr>
        <p:spPr>
          <a:xfrm>
            <a:off x="13040943" y="2521302"/>
            <a:ext cx="2270312" cy="875769"/>
          </a:xfrm>
          <a:prstGeom prst="round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Address and Zip 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AD09E39-B16B-C262-8285-AFD4E5368EEC}"/>
              </a:ext>
            </a:extLst>
          </p:cNvPr>
          <p:cNvSpPr/>
          <p:nvPr/>
        </p:nvSpPr>
        <p:spPr>
          <a:xfrm>
            <a:off x="4353417" y="3650152"/>
            <a:ext cx="3419758" cy="184083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Image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4D83CBF-F42F-6111-4DF4-D89AE4D54ED6}"/>
              </a:ext>
            </a:extLst>
          </p:cNvPr>
          <p:cNvSpPr/>
          <p:nvPr/>
        </p:nvSpPr>
        <p:spPr>
          <a:xfrm>
            <a:off x="18288000" y="3792012"/>
            <a:ext cx="9407991" cy="184083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latin typeface="Garet"/>
                <a:ea typeface="+mn-lt"/>
                <a:cs typeface="+mn-lt"/>
              </a:rPr>
              <a:t>Processed 150 apartment images using Google Cloud Vision API in 78 seconds</a:t>
            </a:r>
            <a:endParaRPr lang="en-US">
              <a:solidFill>
                <a:schemeClr val="bg1"/>
              </a:solidFill>
              <a:latin typeface="Gare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latin typeface="Garet"/>
                <a:ea typeface="+mn-lt"/>
                <a:cs typeface="+mn-lt"/>
              </a:rPr>
              <a:t>Generated binary amenity features (pool, balcony, modern kitchen) from visual labels</a:t>
            </a:r>
            <a:endParaRPr lang="en-US">
              <a:solidFill>
                <a:schemeClr val="bg1"/>
              </a:solidFill>
              <a:latin typeface="Gare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latin typeface="Garet"/>
                <a:ea typeface="+mn-lt"/>
                <a:cs typeface="+mn-lt"/>
              </a:rPr>
              <a:t>Calculated luxury scores based on premium materials and design quality</a:t>
            </a:r>
            <a:endParaRPr lang="en-US">
              <a:solidFill>
                <a:schemeClr val="bg1"/>
              </a:solidFill>
              <a:latin typeface="Garet"/>
            </a:endParaRPr>
          </a:p>
          <a:p>
            <a:pPr>
              <a:lnSpc>
                <a:spcPts val="1666"/>
              </a:lnSpc>
              <a:spcBef>
                <a:spcPct val="0"/>
              </a:spcBef>
            </a:pPr>
            <a:endParaRPr lang="en-US" sz="1600" b="1">
              <a:solidFill>
                <a:schemeClr val="bg1"/>
              </a:solidFill>
              <a:latin typeface="Garet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DDE5524-3CAE-68A6-7F5B-6F0DDF629A6D}"/>
              </a:ext>
            </a:extLst>
          </p:cNvPr>
          <p:cNvSpPr/>
          <p:nvPr/>
        </p:nvSpPr>
        <p:spPr>
          <a:xfrm>
            <a:off x="15420170" y="2521302"/>
            <a:ext cx="2270312" cy="875769"/>
          </a:xfrm>
          <a:prstGeom prst="round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Rent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AE8FE7-5179-4C75-F82F-BCD36B679856}"/>
              </a:ext>
            </a:extLst>
          </p:cNvPr>
          <p:cNvCxnSpPr>
            <a:cxnSpLocks/>
          </p:cNvCxnSpPr>
          <p:nvPr/>
        </p:nvCxnSpPr>
        <p:spPr>
          <a:xfrm>
            <a:off x="4126592" y="5617524"/>
            <a:ext cx="1356389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Graphic 38" descr="Eye with solid fill">
            <a:extLst>
              <a:ext uri="{FF2B5EF4-FFF2-40B4-BE49-F238E27FC236}">
                <a16:creationId xmlns:a16="http://schemas.microsoft.com/office/drawing/2014/main" id="{4092919B-3F42-194E-D7A9-75A6B9BA8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53495" y="3742801"/>
            <a:ext cx="529300" cy="529300"/>
          </a:xfrm>
          <a:prstGeom prst="rect">
            <a:avLst/>
          </a:prstGeom>
        </p:spPr>
      </p:pic>
      <p:pic>
        <p:nvPicPr>
          <p:cNvPr id="42" name="Graphic 41" descr="List with solid fill">
            <a:extLst>
              <a:ext uri="{FF2B5EF4-FFF2-40B4-BE49-F238E27FC236}">
                <a16:creationId xmlns:a16="http://schemas.microsoft.com/office/drawing/2014/main" id="{9663E00E-4210-592F-D0B0-FF0BB2DFCE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1836" y="3696259"/>
            <a:ext cx="529300" cy="529300"/>
          </a:xfrm>
          <a:prstGeom prst="rect">
            <a:avLst/>
          </a:prstGeom>
        </p:spPr>
      </p:pic>
      <p:pic>
        <p:nvPicPr>
          <p:cNvPr id="51" name="Graphic 50" descr="Renovation (House With Sparkles) with solid fill">
            <a:extLst>
              <a:ext uri="{FF2B5EF4-FFF2-40B4-BE49-F238E27FC236}">
                <a16:creationId xmlns:a16="http://schemas.microsoft.com/office/drawing/2014/main" id="{D8E5B462-FF32-07F2-8A7C-AC8D0E9153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90177" y="3696259"/>
            <a:ext cx="529300" cy="529300"/>
          </a:xfrm>
          <a:prstGeom prst="rect">
            <a:avLst/>
          </a:prstGeom>
        </p:spPr>
      </p:pic>
      <p:pic>
        <p:nvPicPr>
          <p:cNvPr id="60" name="Graphic 59" descr="Magnifying glass with solid fill">
            <a:extLst>
              <a:ext uri="{FF2B5EF4-FFF2-40B4-BE49-F238E27FC236}">
                <a16:creationId xmlns:a16="http://schemas.microsoft.com/office/drawing/2014/main" id="{3B34877E-9125-4B7F-1978-782584C0CE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60945" y="6056208"/>
            <a:ext cx="914400" cy="914400"/>
          </a:xfrm>
          <a:prstGeom prst="rect">
            <a:avLst/>
          </a:prstGeom>
        </p:spPr>
      </p:pic>
      <p:pic>
        <p:nvPicPr>
          <p:cNvPr id="63" name="Graphic 62" descr="Chat with solid fill">
            <a:extLst>
              <a:ext uri="{FF2B5EF4-FFF2-40B4-BE49-F238E27FC236}">
                <a16:creationId xmlns:a16="http://schemas.microsoft.com/office/drawing/2014/main" id="{5E7AF75D-4D7A-C973-DE42-8B9F37CC6B9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529286" y="6056208"/>
            <a:ext cx="914400" cy="914400"/>
          </a:xfrm>
          <a:prstGeom prst="rect">
            <a:avLst/>
          </a:prstGeom>
        </p:spPr>
      </p:pic>
      <p:pic>
        <p:nvPicPr>
          <p:cNvPr id="65" name="Graphic 64" descr="Network with solid fill">
            <a:extLst>
              <a:ext uri="{FF2B5EF4-FFF2-40B4-BE49-F238E27FC236}">
                <a16:creationId xmlns:a16="http://schemas.microsoft.com/office/drawing/2014/main" id="{1574B746-F663-EECE-E49C-5563BE0D42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697627" y="6056208"/>
            <a:ext cx="914400" cy="914400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16528249-FE83-5BCF-9EA4-50B7190445A8}"/>
              </a:ext>
            </a:extLst>
          </p:cNvPr>
          <p:cNvSpPr/>
          <p:nvPr/>
        </p:nvSpPr>
        <p:spPr>
          <a:xfrm>
            <a:off x="8282490" y="4407378"/>
            <a:ext cx="3071310" cy="10828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latin typeface="Garet"/>
              </a:rPr>
              <a:t>Processed apartment images using Google Cloud Vision API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3635326-82DA-BBF5-E166-28C4DC22397A}"/>
              </a:ext>
            </a:extLst>
          </p:cNvPr>
          <p:cNvSpPr/>
          <p:nvPr/>
        </p:nvSpPr>
        <p:spPr>
          <a:xfrm>
            <a:off x="11450831" y="4407378"/>
            <a:ext cx="3071310" cy="10828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latin typeface="Garet"/>
              </a:rPr>
              <a:t>Generated binary amenity features (pool, modern kitchen) from visual labels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F86C9018-7F8C-33B2-9EA7-8AB8EDCB9267}"/>
              </a:ext>
            </a:extLst>
          </p:cNvPr>
          <p:cNvSpPr/>
          <p:nvPr/>
        </p:nvSpPr>
        <p:spPr>
          <a:xfrm>
            <a:off x="14619172" y="4407378"/>
            <a:ext cx="3071310" cy="10828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latin typeface="Garet"/>
              </a:rPr>
              <a:t>Calculated luxury scores based on premium materials and design quality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7217D8C-F4EC-D7E6-4365-BF27279B5EAE}"/>
              </a:ext>
            </a:extLst>
          </p:cNvPr>
          <p:cNvSpPr/>
          <p:nvPr/>
        </p:nvSpPr>
        <p:spPr>
          <a:xfrm>
            <a:off x="8282490" y="7284045"/>
            <a:ext cx="3071310" cy="15030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latin typeface="Garet"/>
              </a:rPr>
              <a:t>Created 14 neighborhood groups and divided each apartment complex based on zip code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386E7882-3F51-3000-FCAD-322D1D557443}"/>
              </a:ext>
            </a:extLst>
          </p:cNvPr>
          <p:cNvSpPr/>
          <p:nvPr/>
        </p:nvSpPr>
        <p:spPr>
          <a:xfrm>
            <a:off x="11450831" y="7284045"/>
            <a:ext cx="3071310" cy="15030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latin typeface="Garet"/>
              </a:rPr>
              <a:t>Used VADER to create a sentiment score for each Reddit post [-1, 1]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4851D4AA-B5DA-D610-9966-83EFB0CE14D8}"/>
              </a:ext>
            </a:extLst>
          </p:cNvPr>
          <p:cNvSpPr/>
          <p:nvPr/>
        </p:nvSpPr>
        <p:spPr>
          <a:xfrm>
            <a:off x="14619172" y="7284045"/>
            <a:ext cx="3071310" cy="15030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latin typeface="Garet"/>
              </a:rPr>
              <a:t>Assigned Reddit posts to a neighborhood using roBERTa and keyword matching</a:t>
            </a:r>
          </a:p>
        </p:txBody>
      </p:sp>
    </p:spTree>
    <p:extLst>
      <p:ext uri="{BB962C8B-B14F-4D97-AF65-F5344CB8AC3E}">
        <p14:creationId xmlns:p14="http://schemas.microsoft.com/office/powerpoint/2010/main" val="164696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291B-DF22-59DB-935A-494AAEE1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F74BAE-E451-342D-7E26-CD6321C883A6}"/>
              </a:ext>
            </a:extLst>
          </p:cNvPr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B2C33F-DB9B-77C5-4822-D7D660BAE989}"/>
                </a:ext>
              </a:extLst>
            </p:cNvPr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712F7C-AF9C-AACD-E786-0418C71C62AA}"/>
                </a:ext>
              </a:extLst>
            </p:cNvPr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A1F2BBB-5ADD-43BB-3F6B-3341FE8C59D5}"/>
              </a:ext>
            </a:extLst>
          </p:cNvPr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869E1FB-8FF0-0564-6CAF-B2C684CD7D22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F4A262-B18E-304B-B59A-DCB65F43E4B8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49E0DF7-BD2F-D724-616B-8729D85D4643}"/>
              </a:ext>
            </a:extLst>
          </p:cNvPr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F1820FF-8221-CCB7-48AA-AD2C0027B527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C7B2D7-534F-2F56-B485-B084535E189F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0223CD9-C21F-EC81-22DB-2AE337D14381}"/>
              </a:ext>
            </a:extLst>
          </p:cNvPr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7F3D20D-105E-55E7-727D-60D567BD96D9}"/>
              </a:ext>
            </a:extLst>
          </p:cNvPr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11C949-3568-7996-0F51-D13A11AFDF31}"/>
              </a:ext>
            </a:extLst>
          </p:cNvPr>
          <p:cNvSpPr txBox="1"/>
          <p:nvPr/>
        </p:nvSpPr>
        <p:spPr>
          <a:xfrm>
            <a:off x="14703661" y="517674"/>
            <a:ext cx="1060497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4D0EF87-7F2C-7AF6-AB25-38A478F366F4}"/>
              </a:ext>
            </a:extLst>
          </p:cNvPr>
          <p:cNvSpPr txBox="1"/>
          <p:nvPr/>
        </p:nvSpPr>
        <p:spPr>
          <a:xfrm>
            <a:off x="13225264" y="517674"/>
            <a:ext cx="1106923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654AFF0-EFEB-048F-3B81-76BC03B9FB7B}"/>
              </a:ext>
            </a:extLst>
          </p:cNvPr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F65ED9A-DEB3-62C2-67AC-CCD4F7E08A0B}"/>
              </a:ext>
            </a:extLst>
          </p:cNvPr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47A97C0A-8C56-6B56-F004-274888D33D2A}"/>
              </a:ext>
            </a:extLst>
          </p:cNvPr>
          <p:cNvSpPr txBox="1"/>
          <p:nvPr/>
        </p:nvSpPr>
        <p:spPr>
          <a:xfrm>
            <a:off x="762000" y="1997222"/>
            <a:ext cx="4866845" cy="352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97B5AD-4A4A-295D-39C5-C336850D4FC4}"/>
              </a:ext>
            </a:extLst>
          </p:cNvPr>
          <p:cNvCxnSpPr/>
          <p:nvPr/>
        </p:nvCxnSpPr>
        <p:spPr>
          <a:xfrm>
            <a:off x="2810465" y="2476500"/>
            <a:ext cx="6858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B6B3021-6657-CA77-9004-2CC9E548A548}"/>
              </a:ext>
            </a:extLst>
          </p:cNvPr>
          <p:cNvSpPr/>
          <p:nvPr/>
        </p:nvSpPr>
        <p:spPr>
          <a:xfrm>
            <a:off x="1444342" y="3522516"/>
            <a:ext cx="3419758" cy="53235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Image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D287E46-CFFD-C804-1C01-AD3BA3C6FD74}"/>
              </a:ext>
            </a:extLst>
          </p:cNvPr>
          <p:cNvSpPr/>
          <p:nvPr/>
        </p:nvSpPr>
        <p:spPr>
          <a:xfrm>
            <a:off x="1444342" y="4282420"/>
            <a:ext cx="3419758" cy="53235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Apartment Information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8B40B5D-835C-2F06-2189-573A1A17577B}"/>
              </a:ext>
            </a:extLst>
          </p:cNvPr>
          <p:cNvSpPr/>
          <p:nvPr/>
        </p:nvSpPr>
        <p:spPr>
          <a:xfrm>
            <a:off x="1444342" y="5364475"/>
            <a:ext cx="3419758" cy="53235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Neighborhood Group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7007BB-5A56-C9F4-488B-742C76DF2FE9}"/>
              </a:ext>
            </a:extLst>
          </p:cNvPr>
          <p:cNvSpPr/>
          <p:nvPr/>
        </p:nvSpPr>
        <p:spPr>
          <a:xfrm>
            <a:off x="1444342" y="6264475"/>
            <a:ext cx="3419758" cy="53235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Reddit Posts and Comments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9E90F86-69CC-F64D-FCEC-169E88705377}"/>
              </a:ext>
            </a:extLst>
          </p:cNvPr>
          <p:cNvSpPr/>
          <p:nvPr/>
        </p:nvSpPr>
        <p:spPr>
          <a:xfrm>
            <a:off x="1444342" y="7906006"/>
            <a:ext cx="3419758" cy="53235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Nearby Locations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BC82F79-7027-AB28-EB43-A50AC88C5199}"/>
              </a:ext>
            </a:extLst>
          </p:cNvPr>
          <p:cNvCxnSpPr>
            <a:cxnSpLocks/>
            <a:stCxn id="32" idx="3"/>
            <a:endCxn id="34" idx="3"/>
          </p:cNvCxnSpPr>
          <p:nvPr/>
        </p:nvCxnSpPr>
        <p:spPr>
          <a:xfrm>
            <a:off x="4864100" y="4548596"/>
            <a:ext cx="12700" cy="1982055"/>
          </a:xfrm>
          <a:prstGeom prst="bentConnector3">
            <a:avLst>
              <a:gd name="adj1" fmla="val 1800000"/>
            </a:avLst>
          </a:prstGeom>
          <a:ln>
            <a:solidFill>
              <a:srgbClr val="DA691A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62A32DB-6565-6C62-F0C2-4CB7465882F4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4864100" y="3771900"/>
            <a:ext cx="4432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17">
            <a:extLst>
              <a:ext uri="{FF2B5EF4-FFF2-40B4-BE49-F238E27FC236}">
                <a16:creationId xmlns:a16="http://schemas.microsoft.com/office/drawing/2014/main" id="{42473DE3-512E-FC49-5485-7726BE253B19}"/>
              </a:ext>
            </a:extLst>
          </p:cNvPr>
          <p:cNvSpPr txBox="1"/>
          <p:nvPr/>
        </p:nvSpPr>
        <p:spPr>
          <a:xfrm>
            <a:off x="6539800" y="2936937"/>
            <a:ext cx="2057400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GOOGLE VISION</a:t>
            </a:r>
          </a:p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</a:t>
            </a:r>
          </a:p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FEATURE SCORING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4EBA08E-7267-289D-D863-72E4E93A797E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4864100" y="5630651"/>
            <a:ext cx="4432300" cy="0"/>
          </a:xfrm>
          <a:prstGeom prst="straightConnector1">
            <a:avLst/>
          </a:prstGeom>
          <a:ln>
            <a:solidFill>
              <a:srgbClr val="983F0B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17">
            <a:extLst>
              <a:ext uri="{FF2B5EF4-FFF2-40B4-BE49-F238E27FC236}">
                <a16:creationId xmlns:a16="http://schemas.microsoft.com/office/drawing/2014/main" id="{935DEE0A-9C2E-EEA2-4739-3CB9E3EA9EA4}"/>
              </a:ext>
            </a:extLst>
          </p:cNvPr>
          <p:cNvSpPr txBox="1"/>
          <p:nvPr/>
        </p:nvSpPr>
        <p:spPr>
          <a:xfrm>
            <a:off x="6781800" y="5306492"/>
            <a:ext cx="20574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SENTIMENT ANALYSIS</a:t>
            </a:r>
          </a:p>
        </p:txBody>
      </p: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ABB5C53B-EE8D-7403-879F-3E02009EE5F3}"/>
              </a:ext>
            </a:extLst>
          </p:cNvPr>
          <p:cNvCxnSpPr>
            <a:stCxn id="35" idx="3"/>
          </p:cNvCxnSpPr>
          <p:nvPr/>
        </p:nvCxnSpPr>
        <p:spPr>
          <a:xfrm flipV="1">
            <a:off x="4864100" y="7200900"/>
            <a:ext cx="4431600" cy="971282"/>
          </a:xfrm>
          <a:prstGeom prst="bentConnector3">
            <a:avLst>
              <a:gd name="adj1" fmla="val 10022"/>
            </a:avLst>
          </a:prstGeom>
          <a:ln>
            <a:solidFill>
              <a:srgbClr val="DA69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17">
            <a:extLst>
              <a:ext uri="{FF2B5EF4-FFF2-40B4-BE49-F238E27FC236}">
                <a16:creationId xmlns:a16="http://schemas.microsoft.com/office/drawing/2014/main" id="{F3396D13-B98C-7BA9-B0ED-CDA0D8A49577}"/>
              </a:ext>
            </a:extLst>
          </p:cNvPr>
          <p:cNvSpPr txBox="1"/>
          <p:nvPr/>
        </p:nvSpPr>
        <p:spPr>
          <a:xfrm>
            <a:off x="6781800" y="6438900"/>
            <a:ext cx="2057400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COSINE SIMILARITY</a:t>
            </a:r>
          </a:p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</a:t>
            </a:r>
          </a:p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400" i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DISTANCE SCORING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9CF91DDC-3901-2E00-7BA2-164E584B4980}"/>
              </a:ext>
            </a:extLst>
          </p:cNvPr>
          <p:cNvSpPr/>
          <p:nvPr/>
        </p:nvSpPr>
        <p:spPr>
          <a:xfrm>
            <a:off x="9601200" y="3230607"/>
            <a:ext cx="3022391" cy="1082585"/>
          </a:xfrm>
          <a:prstGeom prst="roundRect">
            <a:avLst/>
          </a:prstGeom>
          <a:solidFill>
            <a:srgbClr val="983F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Apartment Feature Score</a:t>
            </a:r>
          </a:p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(10%)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B32DEB9-C8A2-325E-7EDA-D97CBD0B8BDD}"/>
              </a:ext>
            </a:extLst>
          </p:cNvPr>
          <p:cNvSpPr/>
          <p:nvPr/>
        </p:nvSpPr>
        <p:spPr>
          <a:xfrm>
            <a:off x="9601200" y="5089358"/>
            <a:ext cx="3022391" cy="1082585"/>
          </a:xfrm>
          <a:prstGeom prst="roundRect">
            <a:avLst/>
          </a:prstGeom>
          <a:solidFill>
            <a:srgbClr val="983F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Neighborhood Score</a:t>
            </a:r>
          </a:p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(30%)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9210B92B-95A9-334F-7AA4-3E419D153F10}"/>
              </a:ext>
            </a:extLst>
          </p:cNvPr>
          <p:cNvSpPr/>
          <p:nvPr/>
        </p:nvSpPr>
        <p:spPr>
          <a:xfrm>
            <a:off x="9601200" y="6659607"/>
            <a:ext cx="3022391" cy="1082585"/>
          </a:xfrm>
          <a:prstGeom prst="roundRect">
            <a:avLst/>
          </a:prstGeom>
          <a:solidFill>
            <a:srgbClr val="983F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chemeClr val="bg1"/>
                </a:solidFill>
                <a:latin typeface="Garet"/>
              </a:rPr>
              <a:t>Local Features Score (60%)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618D765-EFA7-71F5-EAA5-3AFCA885C161}"/>
              </a:ext>
            </a:extLst>
          </p:cNvPr>
          <p:cNvSpPr/>
          <p:nvPr/>
        </p:nvSpPr>
        <p:spPr>
          <a:xfrm>
            <a:off x="14664084" y="4575144"/>
            <a:ext cx="3022391" cy="2111011"/>
          </a:xfrm>
          <a:prstGeom prst="round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sz="2400" b="1">
                <a:solidFill>
                  <a:schemeClr val="bg1"/>
                </a:solidFill>
                <a:latin typeface="Garet"/>
              </a:rPr>
              <a:t>Overall Apartment Score</a:t>
            </a: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387A4721-B195-8B5E-3987-51958FC37D1F}"/>
              </a:ext>
            </a:extLst>
          </p:cNvPr>
          <p:cNvCxnSpPr>
            <a:stCxn id="78" idx="3"/>
            <a:endCxn id="81" idx="1"/>
          </p:cNvCxnSpPr>
          <p:nvPr/>
        </p:nvCxnSpPr>
        <p:spPr>
          <a:xfrm>
            <a:off x="12623591" y="3771900"/>
            <a:ext cx="2040493" cy="18587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EAC3A9DA-9680-7AAD-9A8B-38CDC17F2892}"/>
              </a:ext>
            </a:extLst>
          </p:cNvPr>
          <p:cNvCxnSpPr>
            <a:stCxn id="79" idx="3"/>
            <a:endCxn id="81" idx="1"/>
          </p:cNvCxnSpPr>
          <p:nvPr/>
        </p:nvCxnSpPr>
        <p:spPr>
          <a:xfrm flipV="1">
            <a:off x="12623591" y="5630650"/>
            <a:ext cx="204049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FCF94649-0DE6-44E3-B5E3-2CDF3D5E24A7}"/>
              </a:ext>
            </a:extLst>
          </p:cNvPr>
          <p:cNvCxnSpPr>
            <a:stCxn id="80" idx="3"/>
            <a:endCxn id="81" idx="1"/>
          </p:cNvCxnSpPr>
          <p:nvPr/>
        </p:nvCxnSpPr>
        <p:spPr>
          <a:xfrm flipV="1">
            <a:off x="12623591" y="5630650"/>
            <a:ext cx="2040493" cy="15702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BA8365D5-7ADA-9232-0C17-EE535D466D5C}"/>
              </a:ext>
            </a:extLst>
          </p:cNvPr>
          <p:cNvSpPr/>
          <p:nvPr/>
        </p:nvSpPr>
        <p:spPr>
          <a:xfrm>
            <a:off x="6483700" y="6381601"/>
            <a:ext cx="298100" cy="298100"/>
          </a:xfrm>
          <a:prstGeom prst="ellipse">
            <a:avLst/>
          </a:prstGeom>
          <a:solidFill>
            <a:srgbClr val="DA691A"/>
          </a:solidFill>
          <a:ln>
            <a:solidFill>
              <a:srgbClr val="983F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riangle 90">
            <a:extLst>
              <a:ext uri="{FF2B5EF4-FFF2-40B4-BE49-F238E27FC236}">
                <a16:creationId xmlns:a16="http://schemas.microsoft.com/office/drawing/2014/main" id="{1ACCD630-397B-6363-2F81-AF8C814FE427}"/>
              </a:ext>
            </a:extLst>
          </p:cNvPr>
          <p:cNvSpPr/>
          <p:nvPr/>
        </p:nvSpPr>
        <p:spPr>
          <a:xfrm>
            <a:off x="6496090" y="6807172"/>
            <a:ext cx="273319" cy="235620"/>
          </a:xfrm>
          <a:prstGeom prst="triangle">
            <a:avLst/>
          </a:prstGeom>
          <a:solidFill>
            <a:srgbClr val="DA691A"/>
          </a:solidFill>
          <a:ln>
            <a:solidFill>
              <a:srgbClr val="983F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11308A5D-9C76-502A-154E-7F7F91C535F7}"/>
              </a:ext>
            </a:extLst>
          </p:cNvPr>
          <p:cNvSpPr/>
          <p:nvPr/>
        </p:nvSpPr>
        <p:spPr>
          <a:xfrm>
            <a:off x="5841300" y="7505321"/>
            <a:ext cx="3454400" cy="90946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9" name="TextBox 17">
            <a:extLst>
              <a:ext uri="{FF2B5EF4-FFF2-40B4-BE49-F238E27FC236}">
                <a16:creationId xmlns:a16="http://schemas.microsoft.com/office/drawing/2014/main" id="{BCB9BC27-81DD-C284-3496-740E69F72EAA}"/>
              </a:ext>
            </a:extLst>
          </p:cNvPr>
          <p:cNvSpPr txBox="1"/>
          <p:nvPr/>
        </p:nvSpPr>
        <p:spPr>
          <a:xfrm>
            <a:off x="5906153" y="7651960"/>
            <a:ext cx="2729361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(max distance – actual distance)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4E374C5-9FA7-0145-3D7E-1B4D621F671E}"/>
              </a:ext>
            </a:extLst>
          </p:cNvPr>
          <p:cNvCxnSpPr>
            <a:cxnSpLocks/>
          </p:cNvCxnSpPr>
          <p:nvPr/>
        </p:nvCxnSpPr>
        <p:spPr>
          <a:xfrm>
            <a:off x="6066547" y="7959688"/>
            <a:ext cx="24085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17">
            <a:extLst>
              <a:ext uri="{FF2B5EF4-FFF2-40B4-BE49-F238E27FC236}">
                <a16:creationId xmlns:a16="http://schemas.microsoft.com/office/drawing/2014/main" id="{C9C5D13E-7217-AA87-034C-3C45D6C45735}"/>
              </a:ext>
            </a:extLst>
          </p:cNvPr>
          <p:cNvSpPr txBox="1"/>
          <p:nvPr/>
        </p:nvSpPr>
        <p:spPr>
          <a:xfrm>
            <a:off x="5906153" y="8061591"/>
            <a:ext cx="2729361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max distance</a:t>
            </a:r>
          </a:p>
        </p:txBody>
      </p:sp>
      <p:sp>
        <p:nvSpPr>
          <p:cNvPr id="100" name="TextBox 17">
            <a:extLst>
              <a:ext uri="{FF2B5EF4-FFF2-40B4-BE49-F238E27FC236}">
                <a16:creationId xmlns:a16="http://schemas.microsoft.com/office/drawing/2014/main" id="{C0E9108A-B6EC-5C55-73F1-E242F7372039}"/>
              </a:ext>
            </a:extLst>
          </p:cNvPr>
          <p:cNvSpPr txBox="1"/>
          <p:nvPr/>
        </p:nvSpPr>
        <p:spPr>
          <a:xfrm>
            <a:off x="8551332" y="7856775"/>
            <a:ext cx="303715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</a:t>
            </a:r>
          </a:p>
        </p:txBody>
      </p:sp>
      <p:sp>
        <p:nvSpPr>
          <p:cNvPr id="101" name="TextBox 17">
            <a:extLst>
              <a:ext uri="{FF2B5EF4-FFF2-40B4-BE49-F238E27FC236}">
                <a16:creationId xmlns:a16="http://schemas.microsoft.com/office/drawing/2014/main" id="{8841F2F1-476D-B665-F472-444A3D1A64E9}"/>
              </a:ext>
            </a:extLst>
          </p:cNvPr>
          <p:cNvSpPr txBox="1"/>
          <p:nvPr/>
        </p:nvSpPr>
        <p:spPr>
          <a:xfrm>
            <a:off x="8830261" y="7856775"/>
            <a:ext cx="303715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100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F8A0381-F469-AE76-9EF7-09ABF45A29BB}"/>
              </a:ext>
            </a:extLst>
          </p:cNvPr>
          <p:cNvSpPr/>
          <p:nvPr/>
        </p:nvSpPr>
        <p:spPr>
          <a:xfrm>
            <a:off x="6483700" y="9258300"/>
            <a:ext cx="298100" cy="298100"/>
          </a:xfrm>
          <a:prstGeom prst="ellipse">
            <a:avLst/>
          </a:prstGeom>
          <a:solidFill>
            <a:srgbClr val="DA691A"/>
          </a:solidFill>
          <a:ln>
            <a:solidFill>
              <a:srgbClr val="983F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riangle 105">
            <a:extLst>
              <a:ext uri="{FF2B5EF4-FFF2-40B4-BE49-F238E27FC236}">
                <a16:creationId xmlns:a16="http://schemas.microsoft.com/office/drawing/2014/main" id="{8A8B95D6-D330-A86E-B7AB-6F1E0A6ADCD0}"/>
              </a:ext>
            </a:extLst>
          </p:cNvPr>
          <p:cNvSpPr/>
          <p:nvPr/>
        </p:nvSpPr>
        <p:spPr>
          <a:xfrm>
            <a:off x="6496090" y="9683871"/>
            <a:ext cx="273319" cy="235620"/>
          </a:xfrm>
          <a:prstGeom prst="triangle">
            <a:avLst/>
          </a:prstGeom>
          <a:solidFill>
            <a:srgbClr val="DA691A"/>
          </a:solidFill>
          <a:ln>
            <a:solidFill>
              <a:srgbClr val="983F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7">
            <a:extLst>
              <a:ext uri="{FF2B5EF4-FFF2-40B4-BE49-F238E27FC236}">
                <a16:creationId xmlns:a16="http://schemas.microsoft.com/office/drawing/2014/main" id="{FC2CF8AC-B6E9-0A41-3CA8-3FF01A9DD993}"/>
              </a:ext>
            </a:extLst>
          </p:cNvPr>
          <p:cNvSpPr txBox="1"/>
          <p:nvPr/>
        </p:nvSpPr>
        <p:spPr>
          <a:xfrm>
            <a:off x="7014967" y="9304437"/>
            <a:ext cx="3119633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66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User’s desired features (text) factored in</a:t>
            </a:r>
          </a:p>
        </p:txBody>
      </p:sp>
      <p:sp>
        <p:nvSpPr>
          <p:cNvPr id="108" name="TextBox 17">
            <a:extLst>
              <a:ext uri="{FF2B5EF4-FFF2-40B4-BE49-F238E27FC236}">
                <a16:creationId xmlns:a16="http://schemas.microsoft.com/office/drawing/2014/main" id="{A7173891-02E0-4C5E-C08D-43A2B6F5965D}"/>
              </a:ext>
            </a:extLst>
          </p:cNvPr>
          <p:cNvSpPr txBox="1"/>
          <p:nvPr/>
        </p:nvSpPr>
        <p:spPr>
          <a:xfrm>
            <a:off x="7014967" y="9693453"/>
            <a:ext cx="3119633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66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User’s desired location factored in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E630179-D8B4-AE8E-158A-C9FBA23092CD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4864100" y="3771899"/>
            <a:ext cx="4279900" cy="776697"/>
          </a:xfrm>
          <a:prstGeom prst="bentConnector3">
            <a:avLst>
              <a:gd name="adj1" fmla="val 50000"/>
            </a:avLst>
          </a:prstGeom>
          <a:ln>
            <a:solidFill>
              <a:srgbClr val="DA691A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FD5CF0-B6FF-1EE1-842A-38CFBF3A93FE}"/>
              </a:ext>
            </a:extLst>
          </p:cNvPr>
          <p:cNvSpPr/>
          <p:nvPr/>
        </p:nvSpPr>
        <p:spPr>
          <a:xfrm>
            <a:off x="1438215" y="7027374"/>
            <a:ext cx="3419758" cy="53235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66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Garet"/>
              </a:rPr>
              <a:t>Distance to ‘Target’ Location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A8BFDBCB-6773-A873-8CE6-5571EA086518}"/>
              </a:ext>
            </a:extLst>
          </p:cNvPr>
          <p:cNvCxnSpPr>
            <a:cxnSpLocks/>
          </p:cNvCxnSpPr>
          <p:nvPr/>
        </p:nvCxnSpPr>
        <p:spPr>
          <a:xfrm>
            <a:off x="4870450" y="7202196"/>
            <a:ext cx="1371600" cy="6534"/>
          </a:xfrm>
          <a:prstGeom prst="bentConnector3">
            <a:avLst>
              <a:gd name="adj1" fmla="val 50000"/>
            </a:avLst>
          </a:prstGeom>
          <a:ln>
            <a:solidFill>
              <a:srgbClr val="DA691A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22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7C28-E1D3-ACE2-8087-8FB6A693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4F117F1-997F-C78F-00AD-A8EF2026C7CF}"/>
              </a:ext>
            </a:extLst>
          </p:cNvPr>
          <p:cNvSpPr/>
          <p:nvPr/>
        </p:nvSpPr>
        <p:spPr>
          <a:xfrm>
            <a:off x="738362" y="2488437"/>
            <a:ext cx="4595637" cy="6542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en-US" sz="2400" b="1">
              <a:solidFill>
                <a:schemeClr val="bg1"/>
              </a:solidFill>
              <a:latin typeface="Garet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829CC8E1-309F-1C7E-0CDB-4BE9CA859BF1}"/>
              </a:ext>
            </a:extLst>
          </p:cNvPr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D333C4-0893-462D-F92A-F66B2485012A}"/>
                </a:ext>
              </a:extLst>
            </p:cNvPr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8A6B8AC-9D17-9EAF-1DDD-479B3EC260C4}"/>
                </a:ext>
              </a:extLst>
            </p:cNvPr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41C58D9-4216-A1CE-E069-019106BA7CD7}"/>
              </a:ext>
            </a:extLst>
          </p:cNvPr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938224E-3C94-C6CA-D50E-7F78D7BA4550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ADCDEBC-1BB2-A2D8-9705-5E02B6F50568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AB1602B-8F87-3827-A8F6-EC3D4770113D}"/>
              </a:ext>
            </a:extLst>
          </p:cNvPr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BD475F8-3BE0-90BC-06ED-8ED098EDCA66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732D34D-EC82-873F-86D7-B5A29A5E1C17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B977684-8329-C793-637C-10618ED8537F}"/>
              </a:ext>
            </a:extLst>
          </p:cNvPr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DCFADA3-F72D-03BB-1F56-DA2054F984EC}"/>
              </a:ext>
            </a:extLst>
          </p:cNvPr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6F1DD97-36FF-B8CD-8B7D-B806A596BB96}"/>
              </a:ext>
            </a:extLst>
          </p:cNvPr>
          <p:cNvSpPr txBox="1"/>
          <p:nvPr/>
        </p:nvSpPr>
        <p:spPr>
          <a:xfrm>
            <a:off x="14703661" y="517674"/>
            <a:ext cx="1060497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7E5FC22-F2E7-0C08-70EF-4710A7C2BC82}"/>
              </a:ext>
            </a:extLst>
          </p:cNvPr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0326E51-A7F7-94C3-F4A2-F632B6D71A64}"/>
              </a:ext>
            </a:extLst>
          </p:cNvPr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A66E7C35-B23E-EC19-BB9D-37229FE23A79}"/>
              </a:ext>
            </a:extLst>
          </p:cNvPr>
          <p:cNvSpPr txBox="1"/>
          <p:nvPr/>
        </p:nvSpPr>
        <p:spPr>
          <a:xfrm>
            <a:off x="13225264" y="517674"/>
            <a:ext cx="95980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</a:p>
        </p:txBody>
      </p:sp>
      <p:sp>
        <p:nvSpPr>
          <p:cNvPr id="14" name="Snip Single Corner of Rectangle 13">
            <a:extLst>
              <a:ext uri="{FF2B5EF4-FFF2-40B4-BE49-F238E27FC236}">
                <a16:creationId xmlns:a16="http://schemas.microsoft.com/office/drawing/2014/main" id="{F0C984C1-FB9A-6C30-8452-9772091B10FF}"/>
              </a:ext>
            </a:extLst>
          </p:cNvPr>
          <p:cNvSpPr/>
          <p:nvPr/>
        </p:nvSpPr>
        <p:spPr>
          <a:xfrm>
            <a:off x="738363" y="1860400"/>
            <a:ext cx="4595636" cy="628038"/>
          </a:xfrm>
          <a:prstGeom prst="snip1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sz="2400" b="1">
                <a:solidFill>
                  <a:schemeClr val="bg1"/>
                </a:solidFill>
                <a:latin typeface="Garet"/>
              </a:rPr>
              <a:t>TEST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C8A74-93A9-122A-3792-333861BE8A7B}"/>
              </a:ext>
            </a:extLst>
          </p:cNvPr>
          <p:cNvSpPr/>
          <p:nvPr/>
        </p:nvSpPr>
        <p:spPr>
          <a:xfrm>
            <a:off x="738363" y="2857500"/>
            <a:ext cx="4595637" cy="66358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For our first test, we placed ourselves in the shoes of a young adult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>
              <a:solidFill>
                <a:schemeClr val="tx1"/>
              </a:solidFill>
              <a:latin typeface="Garet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We imagined them wanting to be near a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college</a:t>
            </a:r>
            <a:r>
              <a:rPr lang="en-US" sz="2400" b="1">
                <a:solidFill>
                  <a:schemeClr val="tx1"/>
                </a:solidFill>
                <a:latin typeface="Garet"/>
              </a:rPr>
              <a:t>,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thrift shop</a:t>
            </a:r>
            <a:r>
              <a:rPr lang="en-US" sz="2400" b="1">
                <a:solidFill>
                  <a:schemeClr val="tx1"/>
                </a:solidFill>
                <a:latin typeface="Garet"/>
              </a:rPr>
              <a:t>, and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nightclub</a:t>
            </a:r>
            <a:r>
              <a:rPr lang="en-US" sz="2400" b="1">
                <a:solidFill>
                  <a:schemeClr val="tx1"/>
                </a:solidFill>
                <a:latin typeface="Garet"/>
              </a:rPr>
              <a:t> in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Downtown Austin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endParaRPr lang="en-US" sz="2400" b="1">
              <a:solidFill>
                <a:schemeClr val="tx1"/>
              </a:solidFill>
              <a:latin typeface="Garet"/>
            </a:endParaRPr>
          </a:p>
        </p:txBody>
      </p:sp>
      <p:pic>
        <p:nvPicPr>
          <p:cNvPr id="21" name="Graphic 20" descr="Marker with solid fill">
            <a:extLst>
              <a:ext uri="{FF2B5EF4-FFF2-40B4-BE49-F238E27FC236}">
                <a16:creationId xmlns:a16="http://schemas.microsoft.com/office/drawing/2014/main" id="{16B63EDC-5D43-79B4-0381-2F4EF27B2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9327" y="1679025"/>
            <a:ext cx="914400" cy="9144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6B83AC0-07AD-C61A-015C-9B5D6CCBA221}"/>
              </a:ext>
            </a:extLst>
          </p:cNvPr>
          <p:cNvSpPr/>
          <p:nvPr/>
        </p:nvSpPr>
        <p:spPr>
          <a:xfrm>
            <a:off x="9364997" y="1790111"/>
            <a:ext cx="5832818" cy="8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1108 Nueces Street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8FCF24-B634-B724-02A3-E036E7995A38}"/>
              </a:ext>
            </a:extLst>
          </p:cNvPr>
          <p:cNvSpPr/>
          <p:nvPr/>
        </p:nvSpPr>
        <p:spPr>
          <a:xfrm>
            <a:off x="9364997" y="2473683"/>
            <a:ext cx="4750976" cy="8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tx1"/>
                </a:solidFill>
                <a:latin typeface="Garet"/>
              </a:rPr>
              <a:t>The Capitol Living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651F0A-6491-6DEE-EF44-9ED0DE613DD9}"/>
              </a:ext>
            </a:extLst>
          </p:cNvPr>
          <p:cNvSpPr/>
          <p:nvPr/>
        </p:nvSpPr>
        <p:spPr>
          <a:xfrm>
            <a:off x="9364997" y="7658100"/>
            <a:ext cx="8325486" cy="1280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6 minutes to UT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2 minutes to Downtown/6th Street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3973FB9-D5E7-F62D-161F-FD3A9A66D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4997" y="3314700"/>
            <a:ext cx="4032130" cy="28042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83420E6-4A4E-DA0C-BF92-1B2D2904B3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18200" y="2685528"/>
            <a:ext cx="4068688" cy="27172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Snip Single Corner of Rectangle 34">
            <a:extLst>
              <a:ext uri="{FF2B5EF4-FFF2-40B4-BE49-F238E27FC236}">
                <a16:creationId xmlns:a16="http://schemas.microsoft.com/office/drawing/2014/main" id="{ED78FA15-E541-D4FA-0A65-CCBA4080B755}"/>
              </a:ext>
            </a:extLst>
          </p:cNvPr>
          <p:cNvSpPr/>
          <p:nvPr/>
        </p:nvSpPr>
        <p:spPr>
          <a:xfrm>
            <a:off x="9364997" y="6811719"/>
            <a:ext cx="3826033" cy="628038"/>
          </a:xfrm>
          <a:prstGeom prst="snip1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sz="2400" b="1">
                <a:solidFill>
                  <a:schemeClr val="bg1"/>
                </a:solidFill>
                <a:latin typeface="Garet"/>
              </a:rPr>
              <a:t>HIGHLIGHTS</a:t>
            </a:r>
          </a:p>
        </p:txBody>
      </p:sp>
      <p:pic>
        <p:nvPicPr>
          <p:cNvPr id="39" name="Graphic 38" descr="Exclamation mark with solid fill">
            <a:extLst>
              <a:ext uri="{FF2B5EF4-FFF2-40B4-BE49-F238E27FC236}">
                <a16:creationId xmlns:a16="http://schemas.microsoft.com/office/drawing/2014/main" id="{BA6519B7-FE97-520E-3EEE-9F040E76CA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9327" y="6673516"/>
            <a:ext cx="914400" cy="914400"/>
          </a:xfrm>
          <a:prstGeom prst="rect">
            <a:avLst/>
          </a:prstGeom>
        </p:spPr>
      </p:pic>
      <p:sp>
        <p:nvSpPr>
          <p:cNvPr id="15" name="Right Brace 14">
            <a:extLst>
              <a:ext uri="{FF2B5EF4-FFF2-40B4-BE49-F238E27FC236}">
                <a16:creationId xmlns:a16="http://schemas.microsoft.com/office/drawing/2014/main" id="{57FEFE28-B34D-815E-302A-C6A7CB0B32F1}"/>
              </a:ext>
            </a:extLst>
          </p:cNvPr>
          <p:cNvSpPr/>
          <p:nvPr/>
        </p:nvSpPr>
        <p:spPr>
          <a:xfrm>
            <a:off x="6019800" y="2902080"/>
            <a:ext cx="1676400" cy="5715000"/>
          </a:xfrm>
          <a:prstGeom prst="rightBrac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21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4A51-F0C0-9614-D412-F9256C862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A340BB2-CCA6-050D-960E-77FE62BDC732}"/>
              </a:ext>
            </a:extLst>
          </p:cNvPr>
          <p:cNvSpPr/>
          <p:nvPr/>
        </p:nvSpPr>
        <p:spPr>
          <a:xfrm>
            <a:off x="738362" y="2488437"/>
            <a:ext cx="4595637" cy="6542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en-US" sz="2400" b="1">
              <a:solidFill>
                <a:schemeClr val="bg1"/>
              </a:solidFill>
              <a:latin typeface="Garet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0E56D7E-677B-5D8A-8320-09797872AD05}"/>
              </a:ext>
            </a:extLst>
          </p:cNvPr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0E2330-3FF2-AB23-AB38-3CCB15BECA14}"/>
                </a:ext>
              </a:extLst>
            </p:cNvPr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A9EA9DF-44B9-16CC-9EBF-AB30AAB1F74F}"/>
                </a:ext>
              </a:extLst>
            </p:cNvPr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D9D081C-47D7-A895-41D3-D7E07A899D65}"/>
              </a:ext>
            </a:extLst>
          </p:cNvPr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807A7BC-D484-4098-971A-8BF5646D7158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D6B539C-93C8-9548-32D7-EE8BB25638FE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AB285CE-BA28-2959-5B17-38EDA9C54C09}"/>
              </a:ext>
            </a:extLst>
          </p:cNvPr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E744AD3-5EAB-D1BE-A952-AF8611B3C61B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F002419-745D-E4CA-6B55-0537A313FC0D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2252F44-9AED-26D5-C817-7EA6B303143A}"/>
              </a:ext>
            </a:extLst>
          </p:cNvPr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F4CBCA9-7287-4360-0013-3B4E4259C556}"/>
              </a:ext>
            </a:extLst>
          </p:cNvPr>
          <p:cNvSpPr txBox="1"/>
          <p:nvPr/>
        </p:nvSpPr>
        <p:spPr>
          <a:xfrm>
            <a:off x="15940842" y="517674"/>
            <a:ext cx="97846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43248EC-B06B-E3F2-AB65-90FFDA4E558A}"/>
              </a:ext>
            </a:extLst>
          </p:cNvPr>
          <p:cNvSpPr txBox="1"/>
          <p:nvPr/>
        </p:nvSpPr>
        <p:spPr>
          <a:xfrm>
            <a:off x="14703661" y="517674"/>
            <a:ext cx="1060497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C80451E-9970-3779-0CB8-A2D22D45F642}"/>
              </a:ext>
            </a:extLst>
          </p:cNvPr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AEDAD1A-1699-076B-9135-97385047B467}"/>
              </a:ext>
            </a:extLst>
          </p:cNvPr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B9BD3022-E57F-35C1-3635-35BAE0537FCC}"/>
              </a:ext>
            </a:extLst>
          </p:cNvPr>
          <p:cNvSpPr txBox="1"/>
          <p:nvPr/>
        </p:nvSpPr>
        <p:spPr>
          <a:xfrm>
            <a:off x="13225264" y="517674"/>
            <a:ext cx="95980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</a:p>
        </p:txBody>
      </p:sp>
      <p:sp>
        <p:nvSpPr>
          <p:cNvPr id="14" name="Snip Single Corner of Rectangle 13">
            <a:extLst>
              <a:ext uri="{FF2B5EF4-FFF2-40B4-BE49-F238E27FC236}">
                <a16:creationId xmlns:a16="http://schemas.microsoft.com/office/drawing/2014/main" id="{EF46FACF-113A-EF03-7A9E-4A08EA8A4613}"/>
              </a:ext>
            </a:extLst>
          </p:cNvPr>
          <p:cNvSpPr/>
          <p:nvPr/>
        </p:nvSpPr>
        <p:spPr>
          <a:xfrm>
            <a:off x="738363" y="1860400"/>
            <a:ext cx="4595636" cy="628038"/>
          </a:xfrm>
          <a:prstGeom prst="snip1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sz="2400" b="1">
                <a:solidFill>
                  <a:schemeClr val="bg1"/>
                </a:solidFill>
                <a:latin typeface="Garet"/>
              </a:rPr>
              <a:t>TEST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051CD-81F2-E4E6-5C0D-1945FCC84C03}"/>
              </a:ext>
            </a:extLst>
          </p:cNvPr>
          <p:cNvSpPr/>
          <p:nvPr/>
        </p:nvSpPr>
        <p:spPr>
          <a:xfrm>
            <a:off x="738363" y="2857500"/>
            <a:ext cx="4595637" cy="66358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For our second test, we placed ourselves in the shoes of a young family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>
              <a:solidFill>
                <a:schemeClr val="tx1"/>
              </a:solidFill>
              <a:latin typeface="Garet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We imagined them wanting to be near an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elementary school</a:t>
            </a:r>
            <a:r>
              <a:rPr lang="en-US" sz="2400" b="1">
                <a:solidFill>
                  <a:schemeClr val="tx1"/>
                </a:solidFill>
                <a:latin typeface="Garet"/>
              </a:rPr>
              <a:t>,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pediatrician</a:t>
            </a:r>
            <a:r>
              <a:rPr lang="en-US" sz="2400" b="1">
                <a:solidFill>
                  <a:schemeClr val="tx1"/>
                </a:solidFill>
                <a:latin typeface="Garet"/>
              </a:rPr>
              <a:t>, and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grocery store </a:t>
            </a:r>
            <a:r>
              <a:rPr lang="en-US" sz="2400" b="1">
                <a:solidFill>
                  <a:schemeClr val="tx1"/>
                </a:solidFill>
                <a:latin typeface="Garet"/>
              </a:rPr>
              <a:t>also in </a:t>
            </a:r>
            <a:r>
              <a:rPr lang="en-US" sz="2400" b="1">
                <a:solidFill>
                  <a:srgbClr val="DA691A"/>
                </a:solidFill>
                <a:latin typeface="Garet"/>
              </a:rPr>
              <a:t>Downtown Austin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endParaRPr lang="en-US" sz="2400" b="1">
              <a:solidFill>
                <a:schemeClr val="tx1"/>
              </a:solidFill>
              <a:latin typeface="Garet"/>
            </a:endParaRPr>
          </a:p>
        </p:txBody>
      </p:sp>
      <p:pic>
        <p:nvPicPr>
          <p:cNvPr id="21" name="Graphic 20" descr="Marker with solid fill">
            <a:extLst>
              <a:ext uri="{FF2B5EF4-FFF2-40B4-BE49-F238E27FC236}">
                <a16:creationId xmlns:a16="http://schemas.microsoft.com/office/drawing/2014/main" id="{40FF69CC-1FA6-8C1E-C01F-B3EE4C608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9327" y="1679025"/>
            <a:ext cx="914400" cy="9144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DE9DA78-91A0-7FFB-3B09-16D0B90E7BB1}"/>
              </a:ext>
            </a:extLst>
          </p:cNvPr>
          <p:cNvSpPr/>
          <p:nvPr/>
        </p:nvSpPr>
        <p:spPr>
          <a:xfrm>
            <a:off x="9364997" y="1790111"/>
            <a:ext cx="5832818" cy="8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5701 South Mopac Expressway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E4633C-19BC-7AC8-FB3B-0E22B7FC6DDB}"/>
              </a:ext>
            </a:extLst>
          </p:cNvPr>
          <p:cNvSpPr/>
          <p:nvPr/>
        </p:nvSpPr>
        <p:spPr>
          <a:xfrm>
            <a:off x="9364997" y="2473683"/>
            <a:ext cx="4750976" cy="803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tx1"/>
                </a:solidFill>
                <a:latin typeface="Garet"/>
              </a:rPr>
              <a:t>River Stone Ranch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0D6FF7-FBB8-DBD0-E1D1-A0B6DC66B4D6}"/>
              </a:ext>
            </a:extLst>
          </p:cNvPr>
          <p:cNvSpPr/>
          <p:nvPr/>
        </p:nvSpPr>
        <p:spPr>
          <a:xfrm>
            <a:off x="9364997" y="7658100"/>
            <a:ext cx="8325486" cy="1280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Placed in between two elementary schools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b="1">
                <a:solidFill>
                  <a:schemeClr val="tx1"/>
                </a:solidFill>
                <a:latin typeface="Garet"/>
              </a:rPr>
              <a:t>5-10 minutes to both a medical center and a Target</a:t>
            </a:r>
          </a:p>
        </p:txBody>
      </p:sp>
      <p:pic>
        <p:nvPicPr>
          <p:cNvPr id="34" name="Picture 33" descr="A map with a red pin on it&#10;&#10;AI-generated content may be incorrect.">
            <a:extLst>
              <a:ext uri="{FF2B5EF4-FFF2-40B4-BE49-F238E27FC236}">
                <a16:creationId xmlns:a16="http://schemas.microsoft.com/office/drawing/2014/main" id="{08651D99-D132-2315-49A4-795705268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997" y="3314700"/>
            <a:ext cx="4032131" cy="28042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4119016-1DBF-6FD3-40C3-12F53FFDEB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14606" y="2685528"/>
            <a:ext cx="4075877" cy="27172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Snip Single Corner of Rectangle 34">
            <a:extLst>
              <a:ext uri="{FF2B5EF4-FFF2-40B4-BE49-F238E27FC236}">
                <a16:creationId xmlns:a16="http://schemas.microsoft.com/office/drawing/2014/main" id="{108D7F2F-B8C1-0328-EDFA-1CF9E7349138}"/>
              </a:ext>
            </a:extLst>
          </p:cNvPr>
          <p:cNvSpPr/>
          <p:nvPr/>
        </p:nvSpPr>
        <p:spPr>
          <a:xfrm>
            <a:off x="9364997" y="6811719"/>
            <a:ext cx="3826033" cy="628038"/>
          </a:xfrm>
          <a:prstGeom prst="snip1Rect">
            <a:avLst/>
          </a:prstGeom>
          <a:solidFill>
            <a:srgbClr val="DA69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sz="2400" b="1">
                <a:solidFill>
                  <a:schemeClr val="bg1"/>
                </a:solidFill>
                <a:latin typeface="Garet"/>
              </a:rPr>
              <a:t>HIGHLIGHTS</a:t>
            </a:r>
          </a:p>
        </p:txBody>
      </p:sp>
      <p:pic>
        <p:nvPicPr>
          <p:cNvPr id="39" name="Graphic 38" descr="Exclamation mark with solid fill">
            <a:extLst>
              <a:ext uri="{FF2B5EF4-FFF2-40B4-BE49-F238E27FC236}">
                <a16:creationId xmlns:a16="http://schemas.microsoft.com/office/drawing/2014/main" id="{F32A683D-5B9D-1E85-FF05-483CF0F984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9327" y="6673516"/>
            <a:ext cx="914400" cy="914400"/>
          </a:xfrm>
          <a:prstGeom prst="rect">
            <a:avLst/>
          </a:prstGeom>
        </p:spPr>
      </p:pic>
      <p:sp>
        <p:nvSpPr>
          <p:cNvPr id="50" name="Right Brace 49">
            <a:extLst>
              <a:ext uri="{FF2B5EF4-FFF2-40B4-BE49-F238E27FC236}">
                <a16:creationId xmlns:a16="http://schemas.microsoft.com/office/drawing/2014/main" id="{605A06A1-EEFB-0F8D-B606-78432316FF86}"/>
              </a:ext>
            </a:extLst>
          </p:cNvPr>
          <p:cNvSpPr/>
          <p:nvPr/>
        </p:nvSpPr>
        <p:spPr>
          <a:xfrm>
            <a:off x="6019800" y="2902080"/>
            <a:ext cx="1676400" cy="5715000"/>
          </a:xfrm>
          <a:prstGeom prst="rightBrac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6EA3-FCA8-5261-3F7E-7F21335B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965318-3BCB-108E-C8F7-DF23AC2FABC5}"/>
              </a:ext>
            </a:extLst>
          </p:cNvPr>
          <p:cNvGrpSpPr/>
          <p:nvPr/>
        </p:nvGrpSpPr>
        <p:grpSpPr>
          <a:xfrm>
            <a:off x="18208028" y="9253362"/>
            <a:ext cx="79972" cy="479932"/>
            <a:chOff x="0" y="0"/>
            <a:chExt cx="28989" cy="1739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74DA71-2AAC-99D2-BDE6-09EF3613B6D3}"/>
                </a:ext>
              </a:extLst>
            </p:cNvPr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98217D-023C-44CD-1589-E117206AE7F0}"/>
                </a:ext>
              </a:extLst>
            </p:cNvPr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93EEF3F-C537-8F7F-582D-7EA3323A5826}"/>
              </a:ext>
            </a:extLst>
          </p:cNvPr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63F08A2-CAD9-1F3A-82DC-73BB6F99050C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47E4A9E-7C0C-C8E1-3DA7-EBDA4A08A442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2072813-F93D-8D26-776A-239BCE60A97D}"/>
              </a:ext>
            </a:extLst>
          </p:cNvPr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82AD539-3634-0A83-F3DB-D5B258D1C968}"/>
                </a:ext>
              </a:extLst>
            </p:cNvPr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DA69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133AE8E-D487-3020-2521-A5DCA4294465}"/>
                </a:ext>
              </a:extLst>
            </p:cNvPr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5B09EA85-4932-A6FC-43F8-1757F87DA85B}"/>
              </a:ext>
            </a:extLst>
          </p:cNvPr>
          <p:cNvSpPr/>
          <p:nvPr/>
        </p:nvSpPr>
        <p:spPr>
          <a:xfrm>
            <a:off x="0" y="0"/>
            <a:ext cx="4677126" cy="1625301"/>
          </a:xfrm>
          <a:custGeom>
            <a:avLst/>
            <a:gdLst/>
            <a:ahLst/>
            <a:cxnLst/>
            <a:rect l="l" t="t" r="r" b="b"/>
            <a:pathLst>
              <a:path w="4677126" h="1625301">
                <a:moveTo>
                  <a:pt x="0" y="0"/>
                </a:moveTo>
                <a:lnTo>
                  <a:pt x="4677126" y="0"/>
                </a:lnTo>
                <a:lnTo>
                  <a:pt x="4677126" y="1625301"/>
                </a:lnTo>
                <a:lnTo>
                  <a:pt x="0" y="1625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3FE08EA-7C45-77B0-4FDF-C387A7D1C100}"/>
              </a:ext>
            </a:extLst>
          </p:cNvPr>
          <p:cNvSpPr txBox="1"/>
          <p:nvPr/>
        </p:nvSpPr>
        <p:spPr>
          <a:xfrm>
            <a:off x="15940842" y="517674"/>
            <a:ext cx="978460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Questions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6FB2C93-5F33-A4FA-D791-AFFEEFE9E40C}"/>
              </a:ext>
            </a:extLst>
          </p:cNvPr>
          <p:cNvSpPr txBox="1"/>
          <p:nvPr/>
        </p:nvSpPr>
        <p:spPr>
          <a:xfrm>
            <a:off x="14703661" y="517674"/>
            <a:ext cx="1060497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1FBFD53-3F3A-307E-49CB-06237381B824}"/>
              </a:ext>
            </a:extLst>
          </p:cNvPr>
          <p:cNvSpPr txBox="1"/>
          <p:nvPr/>
        </p:nvSpPr>
        <p:spPr>
          <a:xfrm>
            <a:off x="11562499" y="517674"/>
            <a:ext cx="1043640" cy="19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B1CCF82-B254-DEA6-FBE0-AF67A45A4A8A}"/>
              </a:ext>
            </a:extLst>
          </p:cNvPr>
          <p:cNvSpPr txBox="1"/>
          <p:nvPr/>
        </p:nvSpPr>
        <p:spPr>
          <a:xfrm>
            <a:off x="15233910" y="9030725"/>
            <a:ext cx="2740951" cy="82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4823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Dwelling</a:t>
            </a:r>
            <a:r>
              <a:rPr lang="en-US" sz="4823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58B026-5B4C-D1F2-DE09-EAA42889A7EE}"/>
              </a:ext>
            </a:extLst>
          </p:cNvPr>
          <p:cNvSpPr/>
          <p:nvPr/>
        </p:nvSpPr>
        <p:spPr>
          <a:xfrm>
            <a:off x="4343400" y="2723538"/>
            <a:ext cx="9601200" cy="48399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en-US" sz="7200" b="1">
              <a:solidFill>
                <a:schemeClr val="accent6"/>
              </a:solidFill>
              <a:latin typeface="Garet"/>
            </a:endParaRP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FFA72A35-4F54-5746-4934-3B8EC32CD5B5}"/>
              </a:ext>
            </a:extLst>
          </p:cNvPr>
          <p:cNvSpPr txBox="1"/>
          <p:nvPr/>
        </p:nvSpPr>
        <p:spPr>
          <a:xfrm>
            <a:off x="13225264" y="517674"/>
            <a:ext cx="95980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4B19A510-D850-4D25-B6CF-EFB1F143A281}"/>
              </a:ext>
            </a:extLst>
          </p:cNvPr>
          <p:cNvSpPr txBox="1"/>
          <p:nvPr/>
        </p:nvSpPr>
        <p:spPr>
          <a:xfrm>
            <a:off x="4025411" y="5143500"/>
            <a:ext cx="11884951" cy="1186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16600" b="1">
                <a:solidFill>
                  <a:srgbClr val="1F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Questions</a:t>
            </a:r>
            <a:r>
              <a:rPr lang="en-US" sz="16600" b="1">
                <a:solidFill>
                  <a:srgbClr val="DA69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9737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Dwelling</dc:title>
  <cp:revision>1</cp:revision>
  <dcterms:created xsi:type="dcterms:W3CDTF">2006-08-16T00:00:00Z</dcterms:created>
  <dcterms:modified xsi:type="dcterms:W3CDTF">2025-10-29T01:37:47Z</dcterms:modified>
  <dc:identifier>DAG28t2KKtw</dc:identifier>
</cp:coreProperties>
</file>